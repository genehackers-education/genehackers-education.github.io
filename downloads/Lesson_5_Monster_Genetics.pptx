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0574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Monster Making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2011680" y="3611880"/>
            <a:ext cx="5120640" cy="566928"/>
          </a:xfrm>
          <a:prstGeom prst="roundRect">
            <a:avLst>
              <a:gd name="adj" fmla="val 48387"/>
            </a:avLst>
          </a:prstGeom>
          <a:solidFill>
            <a:srgbClr val="FB9CB4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11680" y="361188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2A2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you make a monster from a recipe?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457200"/>
            <a:ext cx="2743200" cy="566928"/>
          </a:xfrm>
          <a:prstGeom prst="roundRect">
            <a:avLst>
              <a:gd name="adj" fmla="val 19355"/>
            </a:avLst>
          </a:prstGeom>
          <a:solidFill>
            <a:srgbClr val="FDD42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3200400" y="4572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Materials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035040" y="4114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D442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〰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21208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21208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94360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Gene-sequence cards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596896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96896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📋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70048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Trait cheat-sheet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72584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📄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45736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Monster template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748272" y="150876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48272" y="161848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✏️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821424" y="2185416"/>
            <a:ext cx="1728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11F22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Glue, scissors, markers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Game plan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188720" y="1737360"/>
            <a:ext cx="3200400" cy="2194560"/>
          </a:xfrm>
          <a:prstGeom prst="roundRect">
            <a:avLst>
              <a:gd name="adj" fmla="val 5000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463040" y="265176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You will get a recipe (a gene sequence) and materials to make your own monster.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754880" y="1737360"/>
            <a:ext cx="3200400" cy="2194560"/>
          </a:xfrm>
          <a:prstGeom prst="roundRect">
            <a:avLst>
              <a:gd name="adj" fmla="val 5000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029200" y="265176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recipe tells you the color of the fur, the eyes, and the size of the teeth, horns, and tail.</a:t>
            </a:r>
            <a:endParaRPr lang="en-US" sz="1500" dirty="0"/>
          </a:p>
        </p:txBody>
      </p:sp>
      <p:pic>
        <p:nvPicPr>
          <p:cNvPr id="9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0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Game plan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Match the patterns in your gene sequence to the cheat sheet.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Figure out which traits your monster should have (genotype → phenotype).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Then build or draw your monster to match the recipe!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Gene → trait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965960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9B59B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9659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Gene code:  A 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0" y="25786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0" y="2907792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21A8D8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29077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Blue fur!</a:t>
            </a:r>
            <a:endParaRPr lang="en-US" sz="1500" dirty="0"/>
          </a:p>
        </p:txBody>
      </p:sp>
      <p:pic>
        <p:nvPicPr>
          <p:cNvPr id="10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11" name="Image 1" descr="assets/blue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This is synthetic biology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Synthetic biologists add or remove genes to change a living thing.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Take a glow gene from a jellyfish...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...put it into another organism, and now it glows!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0" y="1417320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Add a gene → new trait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0" y="1965960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1DC48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669280" y="196596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Jellyfish glow gene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0" y="25786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66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669280" y="2907792"/>
            <a:ext cx="2971800" cy="548640"/>
          </a:xfrm>
          <a:prstGeom prst="roundRect">
            <a:avLst>
              <a:gd name="adj" fmla="val 20000"/>
            </a:avLst>
          </a:prstGeom>
          <a:solidFill>
            <a:srgbClr val="9B59B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0" y="290779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glowing organism ✨</a:t>
            </a:r>
            <a:endParaRPr lang="en-US" sz="1400" dirty="0"/>
          </a:p>
        </p:txBody>
      </p:sp>
      <p:pic>
        <p:nvPicPr>
          <p:cNvPr id="10" name="Image 0" descr="assets/bubb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" y="4343400"/>
            <a:ext cx="457200" cy="512309"/>
          </a:xfrm>
          <a:prstGeom prst="rect">
            <a:avLst/>
          </a:prstGeom>
        </p:spPr>
      </p:pic>
      <p:pic>
        <p:nvPicPr>
          <p:cNvPr id="11" name="Image 1" descr="assets/squigg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0" y="201168"/>
            <a:ext cx="502920" cy="2092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Now make an edit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49377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Find a partner and pick ONE gene to swap (say, eye color).</a:t>
            </a:r>
            <a:endParaRPr lang="en-US" sz="1500" dirty="0"/>
          </a:p>
          <a:p>
            <a:pPr marL="203200" indent="-203200">
              <a:lnSpc>
                <a:spcPct val="102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Find that gene in your sequence, cut it out, and trade.</a:t>
            </a:r>
            <a:endParaRPr lang="en-US" sz="1500" dirty="0"/>
          </a:p>
          <a:p>
            <a:pPr marL="203200" indent="-203200">
              <a:lnSpc>
                <a:spcPct val="102000"/>
              </a:lnSpc>
              <a:buSzPct val="100000"/>
              <a:buChar char="–"/>
            </a:pPr>
            <a:r>
              <a:rPr lang="en-US" sz="150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Glue in the new gene and redraw that trait — you have a brand-new monster!</a:t>
            </a:r>
            <a:endParaRPr lang="en-US" sz="1500" dirty="0"/>
          </a:p>
        </p:txBody>
      </p:sp>
      <p:pic>
        <p:nvPicPr>
          <p:cNvPr id="4" name="Image 0" descr="assets/red_vir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828800"/>
            <a:ext cx="1280160" cy="1147023"/>
          </a:xfrm>
          <a:prstGeom prst="rect">
            <a:avLst/>
          </a:prstGeom>
        </p:spPr>
      </p:pic>
      <p:pic>
        <p:nvPicPr>
          <p:cNvPr id="5" name="Image 1" descr="assets/bubb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4370832"/>
            <a:ext cx="457200" cy="512309"/>
          </a:xfrm>
          <a:prstGeom prst="rect">
            <a:avLst/>
          </a:prstGeom>
        </p:spPr>
      </p:pic>
      <p:pic>
        <p:nvPicPr>
          <p:cNvPr id="6" name="Image 2" descr="assets/blue_do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" y="182880"/>
            <a:ext cx="457200" cy="314325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9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1381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Now you can see...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12344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FE9A8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By changing the DNA sequence, you made a custom monster.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013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600"/>
              </a:spcAft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Reading the recipe gave you the monster (genotype → phenotype).</a:t>
            </a:r>
            <a:endParaRPr lang="en-US" sz="1350" dirty="0"/>
          </a:p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Changing one gene changed one trait, while the rest stayed the same.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3312F"/>
                </a:solidFill>
                <a:highlight>
                  <a:srgbClr val="FAD0D9"/>
                </a:highlight>
                <a:latin typeface="Quicksand" pitchFamily="34" charset="0"/>
                <a:ea typeface="Quicksand" pitchFamily="34" charset="-122"/>
                <a:cs typeface="Quicksand" pitchFamily="34" charset="-120"/>
              </a:rPr>
              <a:t>That is exactly what synthetic biologists do!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630168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buSzPct val="100000"/>
              <a:buChar char="–"/>
            </a:pPr>
            <a:r>
              <a:rPr lang="en-US" sz="1350" dirty="0">
                <a:solidFill>
                  <a:srgbClr val="3D3A3C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They change the DNA of plants, animals, and bacteria to give them new traits and jobs.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484632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A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UChicago Genehackers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03120" y="214884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11F2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Thank You!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Monster Genetics</dc:title>
  <dc:subject>PptxGenJS Presentation</dc:subject>
  <dc:creator>UChicago Genehackers</dc:creator>
  <cp:lastModifiedBy>UChicago Genehackers</cp:lastModifiedBy>
  <cp:revision>1</cp:revision>
  <dcterms:created xsi:type="dcterms:W3CDTF">2026-06-25T00:48:45Z</dcterms:created>
  <dcterms:modified xsi:type="dcterms:W3CDTF">2026-06-25T00:48:45Z</dcterms:modified>
</cp:coreProperties>
</file>