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03120" y="182880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Synthetic</a:t>
            </a:r>
            <a:endParaRPr lang="en-US" sz="38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Biology!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1828800" y="31546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9B6E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About us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We are UChicago Genehackers — college students on a synthetic-biology research team.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Every fall we compete in iGEM, a worldwide synthetic-biology competition.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Today we get to share what synthetic biology is and do some hands-on science with you!</a:t>
            </a:r>
            <a:endParaRPr lang="en-US" sz="1500" dirty="0"/>
          </a:p>
        </p:txBody>
      </p:sp>
      <p:pic>
        <p:nvPicPr>
          <p:cNvPr id="4" name="Image 0" descr="assets/green_vir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645920"/>
            <a:ext cx="1371600" cy="1479176"/>
          </a:xfrm>
          <a:prstGeom prst="rect">
            <a:avLst/>
          </a:prstGeom>
        </p:spPr>
      </p:pic>
      <p:pic>
        <p:nvPicPr>
          <p:cNvPr id="5" name="Image 1" descr="assets/amo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3291840"/>
            <a:ext cx="1554480" cy="1161002"/>
          </a:xfrm>
          <a:prstGeom prst="rect">
            <a:avLst/>
          </a:prstGeom>
        </p:spPr>
      </p:pic>
      <p:pic>
        <p:nvPicPr>
          <p:cNvPr id="6" name="Image 2" descr="assets/bubbl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4343400"/>
            <a:ext cx="457200" cy="512309"/>
          </a:xfrm>
          <a:prstGeom prst="rect">
            <a:avLst/>
          </a:prstGeom>
        </p:spPr>
      </p:pic>
      <p:pic>
        <p:nvPicPr>
          <p:cNvPr id="7" name="Image 3" descr="assets/squigg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80" y="201168"/>
            <a:ext cx="502920" cy="209215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What is synthetic biology?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Synthetic biology is basically genetic engineering.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We take parts of DNA from different living things and combine them to make something new.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Scientists use it to give living things brand-new jobs.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0" y="141732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Real examples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0" y="1874520"/>
            <a:ext cx="2971800" cy="512064"/>
          </a:xfrm>
          <a:prstGeom prst="roundRect">
            <a:avLst>
              <a:gd name="adj" fmla="val 21429"/>
            </a:avLst>
          </a:prstGeom>
          <a:solidFill>
            <a:srgbClr val="21A8D8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0" y="187452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Bacteria that eat plastic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0" y="2532888"/>
            <a:ext cx="2971800" cy="512064"/>
          </a:xfrm>
          <a:prstGeom prst="roundRect">
            <a:avLst>
              <a:gd name="adj" fmla="val 21429"/>
            </a:avLst>
          </a:prstGeom>
          <a:solidFill>
            <a:srgbClr val="1DC48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0" y="253288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Medicine brewed in yeast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0" y="3191256"/>
            <a:ext cx="2971800" cy="512064"/>
          </a:xfrm>
          <a:prstGeom prst="roundRect">
            <a:avLst>
              <a:gd name="adj" fmla="val 21429"/>
            </a:avLst>
          </a:prstGeom>
          <a:solidFill>
            <a:srgbClr val="FB9CB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0" y="319125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Glowing fish ✨</a:t>
            </a:r>
            <a:endParaRPr lang="en-US" sz="1300" dirty="0"/>
          </a:p>
        </p:txBody>
      </p:sp>
      <p:pic>
        <p:nvPicPr>
          <p:cNvPr id="11" name="Image 0" descr="assets/bub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7888" y="4370832"/>
            <a:ext cx="457200" cy="512309"/>
          </a:xfrm>
          <a:prstGeom prst="rect">
            <a:avLst/>
          </a:prstGeom>
        </p:spPr>
      </p:pic>
      <p:pic>
        <p:nvPicPr>
          <p:cNvPr id="12" name="Image 1" descr="assets/blue_do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82880"/>
            <a:ext cx="457200" cy="3143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What is DNA?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1188720"/>
            <a:ext cx="48920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4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DNA stores the instructions for life — the blueprint inside every cell.</a:t>
            </a:r>
            <a:endParaRPr lang="en-US" sz="14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4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 gene is a section of DNA that codes for a trait (eye color, height...).</a:t>
            </a:r>
            <a:endParaRPr lang="en-US" sz="14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4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The whole code is written with just four letters: A, T, C, G.</a:t>
            </a:r>
            <a:endParaRPr lang="en-US" sz="14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4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Big question: how can we edit this code to change how living things work?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23560" y="1828800"/>
            <a:ext cx="914400" cy="731520"/>
          </a:xfrm>
          <a:prstGeom prst="ellipse">
            <a:avLst/>
          </a:prstGeom>
          <a:solidFill>
            <a:srgbClr val="CFE9F6"/>
          </a:solidFill>
          <a:ln w="19050">
            <a:solidFill>
              <a:srgbClr val="21A8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23560" y="18288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Cell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37960" y="182880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903720" y="1920240"/>
            <a:ext cx="566928" cy="548640"/>
          </a:xfrm>
          <a:prstGeom prst="ellipse">
            <a:avLst/>
          </a:prstGeom>
          <a:solidFill>
            <a:srgbClr val="FCE3B8"/>
          </a:solidFill>
          <a:ln w="19050">
            <a:solidFill>
              <a:srgbClr val="FDD4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0" y="24871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Nucleus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498080" y="182880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863840" y="1783080"/>
            <a:ext cx="0" cy="914400"/>
          </a:xfrm>
          <a:prstGeom prst="line">
            <a:avLst/>
          </a:prstGeom>
          <a:noFill/>
          <a:ln w="38100">
            <a:solidFill>
              <a:srgbClr val="6E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0" y="1783080"/>
            <a:ext cx="0" cy="914400"/>
          </a:xfrm>
          <a:prstGeom prst="line">
            <a:avLst/>
          </a:prstGeom>
          <a:noFill/>
          <a:ln w="38100">
            <a:solidFill>
              <a:srgbClr val="6E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45552" y="1828800"/>
            <a:ext cx="237744" cy="237744"/>
          </a:xfrm>
          <a:prstGeom prst="ellipse">
            <a:avLst/>
          </a:prstGeom>
          <a:solidFill>
            <a:srgbClr val="FD4426"/>
          </a:solidFill>
          <a:ln/>
        </p:spPr>
      </p:sp>
      <p:sp>
        <p:nvSpPr>
          <p:cNvPr id="13" name="Shape 11"/>
          <p:cNvSpPr/>
          <p:nvPr/>
        </p:nvSpPr>
        <p:spPr>
          <a:xfrm>
            <a:off x="8558784" y="1828800"/>
            <a:ext cx="237744" cy="237744"/>
          </a:xfrm>
          <a:prstGeom prst="ellipse">
            <a:avLst/>
          </a:prstGeom>
          <a:solidFill>
            <a:srgbClr val="21A8D8"/>
          </a:solidFill>
          <a:ln/>
        </p:spPr>
      </p:sp>
      <p:sp>
        <p:nvSpPr>
          <p:cNvPr id="14" name="Shape 12"/>
          <p:cNvSpPr/>
          <p:nvPr/>
        </p:nvSpPr>
        <p:spPr>
          <a:xfrm>
            <a:off x="8065008" y="1947672"/>
            <a:ext cx="5120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45552" y="1988820"/>
            <a:ext cx="237744" cy="237744"/>
          </a:xfrm>
          <a:prstGeom prst="ellipse">
            <a:avLst/>
          </a:prstGeom>
          <a:solidFill>
            <a:srgbClr val="1DC48E"/>
          </a:solidFill>
          <a:ln/>
        </p:spPr>
      </p:sp>
      <p:sp>
        <p:nvSpPr>
          <p:cNvPr id="16" name="Shape 14"/>
          <p:cNvSpPr/>
          <p:nvPr/>
        </p:nvSpPr>
        <p:spPr>
          <a:xfrm>
            <a:off x="8558784" y="1988820"/>
            <a:ext cx="237744" cy="237744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17" name="Shape 15"/>
          <p:cNvSpPr/>
          <p:nvPr/>
        </p:nvSpPr>
        <p:spPr>
          <a:xfrm>
            <a:off x="8065008" y="2107692"/>
            <a:ext cx="5120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45552" y="2148840"/>
            <a:ext cx="237744" cy="237744"/>
          </a:xfrm>
          <a:prstGeom prst="ellipse">
            <a:avLst/>
          </a:prstGeom>
          <a:solidFill>
            <a:srgbClr val="21A8D8"/>
          </a:solidFill>
          <a:ln/>
        </p:spPr>
      </p:sp>
      <p:sp>
        <p:nvSpPr>
          <p:cNvPr id="19" name="Shape 17"/>
          <p:cNvSpPr/>
          <p:nvPr/>
        </p:nvSpPr>
        <p:spPr>
          <a:xfrm>
            <a:off x="8558784" y="2148840"/>
            <a:ext cx="237744" cy="237744"/>
          </a:xfrm>
          <a:prstGeom prst="ellipse">
            <a:avLst/>
          </a:prstGeom>
          <a:solidFill>
            <a:srgbClr val="FD4426"/>
          </a:solidFill>
          <a:ln/>
        </p:spPr>
      </p:sp>
      <p:sp>
        <p:nvSpPr>
          <p:cNvPr id="20" name="Shape 18"/>
          <p:cNvSpPr/>
          <p:nvPr/>
        </p:nvSpPr>
        <p:spPr>
          <a:xfrm>
            <a:off x="8065008" y="2267712"/>
            <a:ext cx="5120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45552" y="2308860"/>
            <a:ext cx="237744" cy="237744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22" name="Shape 20"/>
          <p:cNvSpPr/>
          <p:nvPr/>
        </p:nvSpPr>
        <p:spPr>
          <a:xfrm>
            <a:off x="8558784" y="2308860"/>
            <a:ext cx="237744" cy="237744"/>
          </a:xfrm>
          <a:prstGeom prst="ellipse">
            <a:avLst/>
          </a:prstGeom>
          <a:solidFill>
            <a:srgbClr val="1DC48E"/>
          </a:solidFill>
          <a:ln/>
        </p:spPr>
      </p:sp>
      <p:sp>
        <p:nvSpPr>
          <p:cNvPr id="23" name="Shape 21"/>
          <p:cNvSpPr/>
          <p:nvPr/>
        </p:nvSpPr>
        <p:spPr>
          <a:xfrm>
            <a:off x="8065008" y="2427732"/>
            <a:ext cx="5120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45552" y="2468880"/>
            <a:ext cx="237744" cy="237744"/>
          </a:xfrm>
          <a:prstGeom prst="ellipse">
            <a:avLst/>
          </a:prstGeom>
          <a:solidFill>
            <a:srgbClr val="FD4426"/>
          </a:solidFill>
          <a:ln/>
        </p:spPr>
      </p:sp>
      <p:sp>
        <p:nvSpPr>
          <p:cNvPr id="25" name="Shape 23"/>
          <p:cNvSpPr/>
          <p:nvPr/>
        </p:nvSpPr>
        <p:spPr>
          <a:xfrm>
            <a:off x="8558784" y="2468880"/>
            <a:ext cx="237744" cy="237744"/>
          </a:xfrm>
          <a:prstGeom prst="ellipse">
            <a:avLst/>
          </a:prstGeom>
          <a:solidFill>
            <a:srgbClr val="21A8D8"/>
          </a:solidFill>
          <a:ln/>
        </p:spPr>
      </p:sp>
      <p:sp>
        <p:nvSpPr>
          <p:cNvPr id="26" name="Shape 24"/>
          <p:cNvSpPr/>
          <p:nvPr/>
        </p:nvSpPr>
        <p:spPr>
          <a:xfrm>
            <a:off x="8065008" y="2587752"/>
            <a:ext cx="51206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35240" y="2743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DNA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23560" y="32461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code: four letters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989320" y="3611880"/>
            <a:ext cx="548640" cy="548640"/>
          </a:xfrm>
          <a:prstGeom prst="ellipse">
            <a:avLst/>
          </a:prstGeom>
          <a:solidFill>
            <a:srgbClr val="FD4426"/>
          </a:solidFill>
          <a:ln/>
        </p:spPr>
      </p:sp>
      <p:sp>
        <p:nvSpPr>
          <p:cNvPr id="30" name="Text 28"/>
          <p:cNvSpPr/>
          <p:nvPr/>
        </p:nvSpPr>
        <p:spPr>
          <a:xfrm>
            <a:off x="5989320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592824" y="3611880"/>
            <a:ext cx="548640" cy="548640"/>
          </a:xfrm>
          <a:prstGeom prst="ellipse">
            <a:avLst/>
          </a:prstGeom>
          <a:solidFill>
            <a:srgbClr val="21A8D8"/>
          </a:solidFill>
          <a:ln/>
        </p:spPr>
      </p:sp>
      <p:sp>
        <p:nvSpPr>
          <p:cNvPr id="32" name="Text 30"/>
          <p:cNvSpPr/>
          <p:nvPr/>
        </p:nvSpPr>
        <p:spPr>
          <a:xfrm>
            <a:off x="6592824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196328" y="3611880"/>
            <a:ext cx="548640" cy="548640"/>
          </a:xfrm>
          <a:prstGeom prst="ellipse">
            <a:avLst/>
          </a:prstGeom>
          <a:solidFill>
            <a:srgbClr val="1DC48E"/>
          </a:solidFill>
          <a:ln/>
        </p:spPr>
      </p:sp>
      <p:sp>
        <p:nvSpPr>
          <p:cNvPr id="34" name="Text 32"/>
          <p:cNvSpPr/>
          <p:nvPr/>
        </p:nvSpPr>
        <p:spPr>
          <a:xfrm>
            <a:off x="7196328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7799832" y="3611880"/>
            <a:ext cx="548640" cy="548640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36" name="Text 34"/>
          <p:cNvSpPr/>
          <p:nvPr/>
        </p:nvSpPr>
        <p:spPr>
          <a:xfrm>
            <a:off x="7799832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</a:t>
            </a:r>
            <a:endParaRPr lang="en-US" sz="1600" dirty="0"/>
          </a:p>
        </p:txBody>
      </p:sp>
      <p:pic>
        <p:nvPicPr>
          <p:cNvPr id="37" name="Image 0" descr="assets/bub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4343400"/>
            <a:ext cx="457200" cy="512309"/>
          </a:xfrm>
          <a:prstGeom prst="rect">
            <a:avLst/>
          </a:prstGeom>
        </p:spPr>
      </p:pic>
      <p:pic>
        <p:nvPicPr>
          <p:cNvPr id="38" name="Image 1" descr="assets/squigg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201168"/>
            <a:ext cx="502920" cy="209215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0" y="219456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Let’s get started!</a:t>
            </a:r>
            <a:endParaRPr lang="en-US" sz="4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Synthetic Biology</dc:title>
  <dc:subject>PptxGenJS Presentation</dc:subject>
  <dc:creator>UChicago Genehackers</dc:creator>
  <cp:lastModifiedBy>UChicago Genehackers</cp:lastModifiedBy>
  <cp:revision>1</cp:revision>
  <dcterms:created xsi:type="dcterms:W3CDTF">2026-06-25T00:48:45Z</dcterms:created>
  <dcterms:modified xsi:type="dcterms:W3CDTF">2026-06-25T00:48:45Z</dcterms:modified>
</cp:coreProperties>
</file>