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0574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Glowing Microbe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2011680" y="3611880"/>
            <a:ext cx="5120640" cy="566928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11680" y="36118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A2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you give a microbe a brand-new glow?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Where does the glow come from?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green-glow gene (called GFP) comes from a jellyfish.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Scientists move that gene into other living things — and they glow.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Moving a gene from one organism to another gives it a new ability.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Move a gene → new job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0" y="1965960"/>
            <a:ext cx="2971800" cy="548640"/>
          </a:xfrm>
          <a:prstGeom prst="roundRect">
            <a:avLst>
              <a:gd name="adj" fmla="val 20000"/>
            </a:avLst>
          </a:prstGeom>
          <a:solidFill>
            <a:srgbClr val="1DC48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0" y="19659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Jellyfish GFP gene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0" y="257860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↓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669280" y="2907792"/>
            <a:ext cx="2971800" cy="548640"/>
          </a:xfrm>
          <a:prstGeom prst="roundRect">
            <a:avLst>
              <a:gd name="adj" fmla="val 20000"/>
            </a:avLst>
          </a:prstGeom>
          <a:solidFill>
            <a:srgbClr val="9B59B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0" y="29077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glowing microbe ✨</a:t>
            </a:r>
            <a:endParaRPr lang="en-US" sz="1400" dirty="0"/>
          </a:p>
        </p:txBody>
      </p:sp>
      <p:pic>
        <p:nvPicPr>
          <p:cNvPr id="10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11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566928"/>
          </a:xfrm>
          <a:prstGeom prst="roundRect">
            <a:avLst>
              <a:gd name="adj" fmla="val 19355"/>
            </a:avLst>
          </a:prstGeom>
          <a:solidFill>
            <a:srgbClr val="FDD42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3200400" y="457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Materials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03504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21208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21208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94360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Paper microbe template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96896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96896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🧬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70048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GFP “glow gene” strip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72584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72584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45736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Glow markers / stickers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748272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48272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🔦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21424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UV flashlight (optional)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1: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Transform your microbe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Each student gets a paper microbe.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Glue the GFP “glow gene” strip inside it.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Putting a new gene into a cell is called transforming it.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0" y="18288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dirty="0">
                <a:solidFill>
                  <a:srgbClr val="000000"/>
                </a:solidFill>
              </a:rPr>
              <a:t>🦠</a:t>
            </a:r>
            <a:endParaRPr lang="en-US" sz="11000" dirty="0"/>
          </a:p>
        </p:txBody>
      </p:sp>
      <p:pic>
        <p:nvPicPr>
          <p:cNvPr id="5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6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2: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Make it glow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Decorate your microbe with glow markers or stickers.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now makes a new protein (GFP) that glows.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If we have a UV light, we will see it shine!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0" y="18288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dirty="0">
                <a:solidFill>
                  <a:srgbClr val="000000"/>
                </a:solidFill>
              </a:rPr>
              <a:t>✨</a:t>
            </a:r>
            <a:endParaRPr lang="en-US" sz="11000" dirty="0"/>
          </a:p>
        </p:txBody>
      </p:sp>
      <p:pic>
        <p:nvPicPr>
          <p:cNvPr id="5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6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3: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Give it a job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Pick a second gene from the menu to give your microbe a job: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“eats plastic,” “senses arsenic,” “makes medicine,” or “smells like banana.”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Name your microbe and draw what it does.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Pick a job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92024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21A8D8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76072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Eats plastic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60720" y="256032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D442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760720" y="2560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Senses arsenic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60720" y="32004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1DC48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76072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Makes medicine</a:t>
            </a:r>
            <a:endParaRPr lang="en-US" sz="1300" dirty="0"/>
          </a:p>
        </p:txBody>
      </p:sp>
      <p:pic>
        <p:nvPicPr>
          <p:cNvPr id="11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12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4: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Show it off!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Share your engineered microbe and its job with the group.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If we dim the lights with a UV flashlight, watch them glow.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Every design is a little engineered organism.</a:t>
            </a:r>
            <a:endParaRPr lang="en-US" sz="1500" dirty="0"/>
          </a:p>
        </p:txBody>
      </p:sp>
      <p:pic>
        <p:nvPicPr>
          <p:cNvPr id="4" name="Image 0" descr="assets/green_vir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37360"/>
            <a:ext cx="1371600" cy="1479176"/>
          </a:xfrm>
          <a:prstGeom prst="rect">
            <a:avLst/>
          </a:prstGeom>
        </p:spPr>
      </p:pic>
      <p:pic>
        <p:nvPicPr>
          <p:cNvPr id="5" name="Image 1" descr="assets/bubb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6" name="Image 2" descr="assets/blue_do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Glowing microbe: how did this work?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FE9A8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Where did the glow gene come from?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013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From a jellyfish — scientists moved its gene into another living thing.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Adding a gene adds a new ability.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AD0D9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new thing does the microbe make now?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6301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new protein (GFP) that glows.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Real engineered microbes make insulin, sense pollution, and more.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1488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Thank You!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 a Glowing Microbe</dc:title>
  <dc:subject>PptxGenJS Presentation</dc:subject>
  <dc:creator>UChicago Genehackers</dc:creator>
  <cp:lastModifiedBy>UChicago Genehackers</cp:lastModifiedBy>
  <cp:revision>1</cp:revision>
  <dcterms:created xsi:type="dcterms:W3CDTF">2026-06-25T00:54:33Z</dcterms:created>
  <dcterms:modified xsi:type="dcterms:W3CDTF">2026-06-25T00:54:33Z</dcterms:modified>
</cp:coreProperties>
</file>