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Build-a-DNA</a:t>
            </a:r>
            <a:endParaRPr lang="en-US" sz="3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Double Helix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you build the twisted ladder of life?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does DNA look like?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We know DNA is a four-letter code — but what shape is it?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DNA is a double helix: a twisted ladder.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two sides are the backbone; the rungs are pairs of letters.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675120" y="1554480"/>
            <a:ext cx="0" cy="27432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0" y="1554480"/>
            <a:ext cx="0" cy="27432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56832" y="160020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7" name="Shape 5"/>
          <p:cNvSpPr/>
          <p:nvPr/>
        </p:nvSpPr>
        <p:spPr>
          <a:xfrm>
            <a:off x="7370064" y="160020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8" name="Shape 6"/>
          <p:cNvSpPr/>
          <p:nvPr/>
        </p:nvSpPr>
        <p:spPr>
          <a:xfrm>
            <a:off x="6876288" y="171907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56832" y="190881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0" name="Shape 8"/>
          <p:cNvSpPr/>
          <p:nvPr/>
        </p:nvSpPr>
        <p:spPr>
          <a:xfrm>
            <a:off x="7370064" y="190881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1" name="Shape 9"/>
          <p:cNvSpPr/>
          <p:nvPr/>
        </p:nvSpPr>
        <p:spPr>
          <a:xfrm>
            <a:off x="6876288" y="202768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56832" y="221742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13" name="Shape 11"/>
          <p:cNvSpPr/>
          <p:nvPr/>
        </p:nvSpPr>
        <p:spPr>
          <a:xfrm>
            <a:off x="7370064" y="221742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33629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6832" y="252603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70064" y="252603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7" name="Shape 15"/>
          <p:cNvSpPr/>
          <p:nvPr/>
        </p:nvSpPr>
        <p:spPr>
          <a:xfrm>
            <a:off x="6876288" y="264490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6832" y="283464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19" name="Shape 17"/>
          <p:cNvSpPr/>
          <p:nvPr/>
        </p:nvSpPr>
        <p:spPr>
          <a:xfrm>
            <a:off x="7370064" y="283464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20" name="Shape 18"/>
          <p:cNvSpPr/>
          <p:nvPr/>
        </p:nvSpPr>
        <p:spPr>
          <a:xfrm>
            <a:off x="6876288" y="295351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314325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22" name="Shape 20"/>
          <p:cNvSpPr/>
          <p:nvPr/>
        </p:nvSpPr>
        <p:spPr>
          <a:xfrm>
            <a:off x="7370064" y="314325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23" name="Shape 21"/>
          <p:cNvSpPr/>
          <p:nvPr/>
        </p:nvSpPr>
        <p:spPr>
          <a:xfrm>
            <a:off x="6876288" y="326212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56832" y="345186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25" name="Shape 23"/>
          <p:cNvSpPr/>
          <p:nvPr/>
        </p:nvSpPr>
        <p:spPr>
          <a:xfrm>
            <a:off x="7370064" y="345186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76288" y="357073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56832" y="376047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376047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387934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56832" y="406908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31" name="Shape 29"/>
          <p:cNvSpPr/>
          <p:nvPr/>
        </p:nvSpPr>
        <p:spPr>
          <a:xfrm>
            <a:off x="7370064" y="406908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32" name="Shape 30"/>
          <p:cNvSpPr/>
          <p:nvPr/>
        </p:nvSpPr>
        <p:spPr>
          <a:xfrm>
            <a:off x="6876288" y="418795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5040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twisted ladder</a:t>
            </a:r>
            <a:endParaRPr lang="en-US" sz="1200" dirty="0"/>
          </a:p>
        </p:txBody>
      </p:sp>
      <p:pic>
        <p:nvPicPr>
          <p:cNvPr id="34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35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pairing rule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Each rung of the ladder is a pair of bases.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rule you will discover: A always pairs with 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And C always pairs with G.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This matching is how DNA copies itself — and how scientists write new DNA.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Always pairs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89320" y="1965960"/>
            <a:ext cx="603504" cy="60350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6" name="Text 4"/>
          <p:cNvSpPr/>
          <p:nvPr/>
        </p:nvSpPr>
        <p:spPr>
          <a:xfrm>
            <a:off x="5989320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29400" y="196596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—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132320" y="1965960"/>
            <a:ext cx="603504" cy="60350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89320" y="2743200"/>
            <a:ext cx="603504" cy="60350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2743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29400" y="2743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—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132320" y="2743200"/>
            <a:ext cx="603504" cy="60350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743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</a:t>
            </a:r>
            <a:endParaRPr lang="en-US" sz="1700" dirty="0"/>
          </a:p>
        </p:txBody>
      </p:sp>
      <p:pic>
        <p:nvPicPr>
          <p:cNvPr id="1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6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21208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1208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Licorice / Twizzlers (2 colors) — backbone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96896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96896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🍬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70048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Gummies or marshmallows (4 colors) — bases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72584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🥢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45736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Toothpicks — rungs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48272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48272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🍽️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21424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Paper plate — work surface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1: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Lay out the two backbones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Place two pieces of licorice side by side on your plate.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These are the two rails of your DNA ladder.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675120" y="1645920"/>
            <a:ext cx="0" cy="256032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0" y="1645920"/>
            <a:ext cx="0" cy="256032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56832" y="169164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7" name="Shape 5"/>
          <p:cNvSpPr/>
          <p:nvPr/>
        </p:nvSpPr>
        <p:spPr>
          <a:xfrm>
            <a:off x="7370064" y="169164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8" name="Shape 6"/>
          <p:cNvSpPr/>
          <p:nvPr/>
        </p:nvSpPr>
        <p:spPr>
          <a:xfrm>
            <a:off x="6876288" y="181051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56832" y="397764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0" name="Shape 8"/>
          <p:cNvSpPr/>
          <p:nvPr/>
        </p:nvSpPr>
        <p:spPr>
          <a:xfrm>
            <a:off x="7370064" y="397764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1" name="Shape 9"/>
          <p:cNvSpPr/>
          <p:nvPr/>
        </p:nvSpPr>
        <p:spPr>
          <a:xfrm>
            <a:off x="6876288" y="409651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pic>
        <p:nvPicPr>
          <p:cNvPr id="12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3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2: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Add the base pairs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colored base for one rail.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Find the ONE base that pairs with it (A–T, C–G).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Push a toothpick through the pair to connect the rails.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Use the rule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26480" y="2011680"/>
            <a:ext cx="548640" cy="548640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720840" y="2011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+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132320" y="2011680"/>
            <a:ext cx="548640" cy="548640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26480" y="2788920"/>
            <a:ext cx="548640" cy="548640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2788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0" y="2788920"/>
            <a:ext cx="548640" cy="5486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</a:t>
            </a:r>
            <a:endParaRPr lang="en-US" sz="1600" dirty="0"/>
          </a:p>
        </p:txBody>
      </p:sp>
      <p:pic>
        <p:nvPicPr>
          <p:cNvPr id="1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6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3: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Twist it into a helix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Once you have several rungs, gently twist the ladder.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 just built a DNA double helix!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Compare with a friend — did you both follow the pairing rule?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675120" y="1554480"/>
            <a:ext cx="0" cy="27432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0" y="1554480"/>
            <a:ext cx="0" cy="27432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56832" y="160020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7" name="Shape 5"/>
          <p:cNvSpPr/>
          <p:nvPr/>
        </p:nvSpPr>
        <p:spPr>
          <a:xfrm>
            <a:off x="7370064" y="160020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8" name="Shape 6"/>
          <p:cNvSpPr/>
          <p:nvPr/>
        </p:nvSpPr>
        <p:spPr>
          <a:xfrm>
            <a:off x="6876288" y="171907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56832" y="1952897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0" name="Shape 8"/>
          <p:cNvSpPr/>
          <p:nvPr/>
        </p:nvSpPr>
        <p:spPr>
          <a:xfrm>
            <a:off x="7370064" y="1952897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1" name="Shape 9"/>
          <p:cNvSpPr/>
          <p:nvPr/>
        </p:nvSpPr>
        <p:spPr>
          <a:xfrm>
            <a:off x="6876288" y="2071769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56832" y="2305594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13" name="Shape 11"/>
          <p:cNvSpPr/>
          <p:nvPr/>
        </p:nvSpPr>
        <p:spPr>
          <a:xfrm>
            <a:off x="7370064" y="2305594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424466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6832" y="2658291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70064" y="2658291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7" name="Shape 15"/>
          <p:cNvSpPr/>
          <p:nvPr/>
        </p:nvSpPr>
        <p:spPr>
          <a:xfrm>
            <a:off x="6876288" y="2777163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6832" y="3010989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19" name="Shape 17"/>
          <p:cNvSpPr/>
          <p:nvPr/>
        </p:nvSpPr>
        <p:spPr>
          <a:xfrm>
            <a:off x="7370064" y="3010989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20" name="Shape 18"/>
          <p:cNvSpPr/>
          <p:nvPr/>
        </p:nvSpPr>
        <p:spPr>
          <a:xfrm>
            <a:off x="6876288" y="3129861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3363686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22" name="Shape 20"/>
          <p:cNvSpPr/>
          <p:nvPr/>
        </p:nvSpPr>
        <p:spPr>
          <a:xfrm>
            <a:off x="7370064" y="3363686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23" name="Shape 21"/>
          <p:cNvSpPr/>
          <p:nvPr/>
        </p:nvSpPr>
        <p:spPr>
          <a:xfrm>
            <a:off x="6876288" y="3482558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56832" y="3716383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25" name="Shape 23"/>
          <p:cNvSpPr/>
          <p:nvPr/>
        </p:nvSpPr>
        <p:spPr>
          <a:xfrm>
            <a:off x="7370064" y="3716383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76288" y="3835255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56832" y="406908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406908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418795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pic>
        <p:nvPicPr>
          <p:cNvPr id="30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31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Double helix: how did this work?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base pairs with A? What pairs with C?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always pairs with T, and C always pairs with G.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There are only two kinds of rungs in all of DNA.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Why does this pairing let DNA copy itself?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If you unzip the ladder, each side is a template.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pairing rule rebuilds the missing half perfectly — this is also how scientists synthesize new DNA.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Build-a-DNA Double Helix</dc:title>
  <dc:subject>PptxGenJS Presentation</dc:subject>
  <dc:creator>UChicago Genehackers</dc:creator>
  <cp:lastModifiedBy>UChicago Genehackers</cp:lastModifiedBy>
  <cp:revision>1</cp:revision>
  <dcterms:created xsi:type="dcterms:W3CDTF">2026-06-25T00:48:45Z</dcterms:created>
  <dcterms:modified xsi:type="dcterms:W3CDTF">2026-06-25T00:48:45Z</dcterms:modified>
</cp:coreProperties>
</file>