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18288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CRISPR</a:t>
            </a:r>
            <a:endParaRPr lang="en-US" sz="3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Cut-and-Paste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you edit a gene like a real scientist?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is CRISPR?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CRISPR is a find-and-replace tool for DNA.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guide tells the Cas9 “scissors” exactly where to cut.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Cut out the target, paste in a new sequence — and one trait changes.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is precise: only the matching spot is cut.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How an edit works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874520"/>
            <a:ext cx="2971800" cy="566928"/>
          </a:xfrm>
          <a:prstGeom prst="roundRect">
            <a:avLst>
              <a:gd name="adj" fmla="val 19355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87452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FIND  —  the target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0" y="24231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0" y="2587752"/>
            <a:ext cx="2971800" cy="566928"/>
          </a:xfrm>
          <a:prstGeom prst="roundRect">
            <a:avLst>
              <a:gd name="adj" fmla="val 19355"/>
            </a:avLst>
          </a:prstGeom>
          <a:solidFill>
            <a:srgbClr val="FD442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258775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CUT  —  ✂ the DNA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0" y="31363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69280" y="3300984"/>
            <a:ext cx="2971800" cy="566928"/>
          </a:xfrm>
          <a:prstGeom prst="roundRect">
            <a:avLst>
              <a:gd name="adj" fmla="val 19355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0" y="3300984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PASTE  —  a new gene</a:t>
            </a:r>
            <a:endParaRPr lang="en-US" sz="1350" dirty="0"/>
          </a:p>
        </p:txBody>
      </p:sp>
      <p:pic>
        <p:nvPicPr>
          <p:cNvPr id="13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4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21208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1208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DNA strips (printed)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96896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96896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70048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Guide-RNA cards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72584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📋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45736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Edit menu + trait key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48272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48272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✂️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21424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Scissors &amp; tape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1: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Find your target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Your guide-RNA card shows a short target sequence (like GAT-TAC).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Scan your DNA strip to find the one spot that matches.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That match is where the edit will happen.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Guide says: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2103120"/>
            <a:ext cx="2743200" cy="640080"/>
          </a:xfrm>
          <a:prstGeom prst="roundRect">
            <a:avLst>
              <a:gd name="adj" fmla="val 17143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76072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Find:  TAC GGG ATC</a:t>
            </a:r>
            <a:endParaRPr lang="en-US" sz="1400" dirty="0"/>
          </a:p>
        </p:txBody>
      </p:sp>
      <p:pic>
        <p:nvPicPr>
          <p:cNvPr id="7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8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2: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Cut it out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 scissors to cut out the matching target sequence.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Only that spot — because the guide matched only there.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This is the Cas9 “cut.”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35040" y="182880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✂️</a:t>
            </a:r>
            <a:endParaRPr lang="en-US" sz="11000" dirty="0"/>
          </a:p>
        </p:txBody>
      </p:sp>
      <p:pic>
        <p:nvPicPr>
          <p:cNvPr id="5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B6E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Step 3:  </a:t>
            </a:r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Paste in a new gene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Pick a replacement sequence from the edit menu.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Tape it into the gap you cut.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Look it up on the trait key — your edit changed the organism!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Edit menu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0" y="1920240"/>
            <a:ext cx="2560320" cy="502920"/>
          </a:xfrm>
          <a:prstGeom prst="roundRect">
            <a:avLst>
              <a:gd name="adj" fmla="val 21818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852160" y="19202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Blue color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0" y="2560320"/>
            <a:ext cx="2560320" cy="502920"/>
          </a:xfrm>
          <a:prstGeom prst="roundRect">
            <a:avLst>
              <a:gd name="adj" fmla="val 21818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852160" y="25603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Green color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52160" y="3200400"/>
            <a:ext cx="2560320" cy="502920"/>
          </a:xfrm>
          <a:prstGeom prst="roundRect">
            <a:avLst>
              <a:gd name="adj" fmla="val 21818"/>
            </a:avLst>
          </a:prstGeom>
          <a:solidFill>
            <a:srgbClr val="9B59B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3200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Glow!</a:t>
            </a:r>
            <a:endParaRPr lang="en-US" sz="1300" dirty="0"/>
          </a:p>
        </p:txBody>
      </p:sp>
      <p:pic>
        <p:nvPicPr>
          <p:cNvPr id="11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2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CRISPR: how did this work?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Why does Cas9 need a guide instead of cutting anywhere?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guide gives CRISPR its precision — it cuts only the matching spot.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Cutting at random could damage the wrong gene.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could happen if TWO spots matched the guide?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Both might get cut — an “off-target” edit.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Avoiding off-target cuts is a real challenge scientists work on.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CRISPR in the real world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Treating diseases like sickle-cell anemia.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Making crops that resist pests and drought.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is the same find-and-replace idea you just did — just inside real cells.</a:t>
            </a:r>
            <a:endParaRPr lang="en-US" sz="1500" dirty="0"/>
          </a:p>
        </p:txBody>
      </p:sp>
      <p:pic>
        <p:nvPicPr>
          <p:cNvPr id="4" name="Image 0" descr="assets/green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828800"/>
            <a:ext cx="1371600" cy="1479176"/>
          </a:xfrm>
          <a:prstGeom prst="rect">
            <a:avLst/>
          </a:prstGeom>
        </p:spPr>
      </p:pic>
      <p:pic>
        <p:nvPicPr>
          <p:cNvPr id="5" name="Image 1" descr="assets/bub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6" name="Image 2" descr="assets/squigg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CRISPR Cut-and-Paste</dc:title>
  <dc:subject>PptxGenJS Presentation</dc:subject>
  <dc:creator>UChicago Genehackers</dc:creator>
  <cp:lastModifiedBy>UChicago Genehackers</cp:lastModifiedBy>
  <cp:revision>1</cp:revision>
  <dcterms:created xsi:type="dcterms:W3CDTF">2026-06-25T00:54:33Z</dcterms:created>
  <dcterms:modified xsi:type="dcterms:W3CDTF">2026-06-25T00:54:33Z</dcterms:modified>
</cp:coreProperties>
</file>