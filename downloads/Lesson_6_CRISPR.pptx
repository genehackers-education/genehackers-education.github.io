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4" r:id="rId1"/>
    <p:sldMasterId id="2147483745" r:id="rId2"/>
    <p:sldMasterId id="2147483746" r:id="rId3"/>
    <p:sldMasterId id="2147483747" r:id="rId4"/>
  </p:sldMasterIdLst>
  <p:notesMasterIdLst>
    <p:notesMasterId r:id="rId1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6858000" cy="9144000"/>
  <p:embeddedFontLst>
    <p:embeddedFont>
      <p:font typeface="Glegoo" panose="020B0604020202020204" charset="0"/>
      <p:regular r:id="rId15"/>
      <p:bold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Montserrat SemiBold" panose="00000700000000000000" pitchFamily="2" charset="0"/>
      <p:regular r:id="rId21"/>
      <p:bold r:id="rId22"/>
      <p:italic r:id="rId23"/>
      <p:boldItalic r:id="rId24"/>
    </p:embeddedFont>
    <p:embeddedFont>
      <p:font typeface="Nunito" pitchFamily="2" charset="0"/>
      <p:regular r:id="rId25"/>
      <p:bold r:id="rId26"/>
      <p:italic r:id="rId27"/>
      <p:boldItalic r:id="rId28"/>
    </p:embeddedFont>
    <p:embeddedFont>
      <p:font typeface="Quicksand" panose="020B0604020202020204" charset="0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970C31-D7EF-8078-CD1E-5BE7E8E2D90A}" v="18" dt="2026-07-16T17:34:46.9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7.fntdata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0.fntdata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f2a7743470_0_10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8" name="Google Shape;1018;g3f2a7743470_0_10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3f2a7743470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7" name="Google Shape;1047;g3f2a7743470_2_1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g3f2a7743470_2_1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3f2a7743470_2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8" name="Google Shape;1058;g3f2a7743470_2_6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9" name="Google Shape;1059;g3f2a7743470_2_6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3f2a7743470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5" name="Google Shape;1075;g3f2a7743470_2_9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6" name="Google Shape;1076;g3f2a7743470_2_9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3f2a7743470_2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7" name="Google Shape;1087;g3f2a7743470_2_107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8" name="Google Shape;1088;g3f2a7743470_2_107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3f2a7743470_2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8" name="Google Shape;1098;g3f2a7743470_2_127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9" name="Google Shape;1099;g3f2a7743470_2_127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g3f2a7743470_2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1" name="Google Shape;1111;g3f2a7743470_2_162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2" name="Google Shape;1112;g3f2a7743470_2_162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3f541e0880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g3f541e0880f_0_4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g3f541e0880f_0_4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g3f2a7743470_0_20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9" name="Google Shape;1129;g3f2a7743470_0_20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3.xml"/><Relationship Id="rId4" Type="http://schemas.openxmlformats.org/officeDocument/2006/relationships/hyperlink" Target="http://bit.ly/2TtBDfr" TargetMode="Externa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4.xml"/><Relationship Id="rId4" Type="http://schemas.openxmlformats.org/officeDocument/2006/relationships/hyperlink" Target="http://bit.ly/2TtBDfr" TargetMode="Externa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 txBox="1">
            <a:spLocks noGrp="1"/>
          </p:cNvSpPr>
          <p:nvPr>
            <p:ph type="ctrTitle"/>
          </p:nvPr>
        </p:nvSpPr>
        <p:spPr>
          <a:xfrm>
            <a:off x="2181100" y="886350"/>
            <a:ext cx="4782000" cy="187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subTitle" idx="1"/>
          </p:nvPr>
        </p:nvSpPr>
        <p:spPr>
          <a:xfrm>
            <a:off x="1802025" y="3650700"/>
            <a:ext cx="5540100" cy="500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ctrTitle" idx="2"/>
          </p:nvPr>
        </p:nvSpPr>
        <p:spPr>
          <a:xfrm>
            <a:off x="870200" y="2763450"/>
            <a:ext cx="7403700" cy="5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24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59" name="Google Shape;59;p16"/>
          <p:cNvGrpSpPr/>
          <p:nvPr/>
        </p:nvGrpSpPr>
        <p:grpSpPr>
          <a:xfrm>
            <a:off x="248270" y="164228"/>
            <a:ext cx="8635431" cy="4743033"/>
            <a:chOff x="248270" y="164228"/>
            <a:chExt cx="8635431" cy="4743033"/>
          </a:xfrm>
        </p:grpSpPr>
        <p:grpSp>
          <p:nvGrpSpPr>
            <p:cNvPr id="60" name="Google Shape;60;p16"/>
            <p:cNvGrpSpPr/>
            <p:nvPr/>
          </p:nvGrpSpPr>
          <p:grpSpPr>
            <a:xfrm>
              <a:off x="7974092" y="3900240"/>
              <a:ext cx="909609" cy="1007021"/>
              <a:chOff x="4302200" y="1018850"/>
              <a:chExt cx="684225" cy="757500"/>
            </a:xfrm>
          </p:grpSpPr>
          <p:sp>
            <p:nvSpPr>
              <p:cNvPr id="61" name="Google Shape;61;p16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16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16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16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16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16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16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8" name="Google Shape;68;p16"/>
            <p:cNvGrpSpPr/>
            <p:nvPr/>
          </p:nvGrpSpPr>
          <p:grpSpPr>
            <a:xfrm rot="-323156" flipH="1">
              <a:off x="259530" y="187412"/>
              <a:ext cx="506402" cy="263748"/>
              <a:chOff x="4211975" y="3407700"/>
              <a:chExt cx="312100" cy="162550"/>
            </a:xfrm>
          </p:grpSpPr>
          <p:sp>
            <p:nvSpPr>
              <p:cNvPr id="69" name="Google Shape;69;p16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16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 txBox="1">
            <a:spLocks noGrp="1"/>
          </p:cNvSpPr>
          <p:nvPr>
            <p:ph type="title"/>
          </p:nvPr>
        </p:nvSpPr>
        <p:spPr>
          <a:xfrm>
            <a:off x="720000" y="2761188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240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4" name="Google Shape;74;p17"/>
          <p:cNvSpPr txBox="1">
            <a:spLocks noGrp="1"/>
          </p:cNvSpPr>
          <p:nvPr>
            <p:ph type="subTitle" idx="1"/>
          </p:nvPr>
        </p:nvSpPr>
        <p:spPr>
          <a:xfrm>
            <a:off x="1802125" y="3602988"/>
            <a:ext cx="5540100" cy="500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5" name="Google Shape;75;p17"/>
          <p:cNvGrpSpPr/>
          <p:nvPr/>
        </p:nvGrpSpPr>
        <p:grpSpPr>
          <a:xfrm>
            <a:off x="367532" y="613264"/>
            <a:ext cx="6517485" cy="1862286"/>
            <a:chOff x="367532" y="613264"/>
            <a:chExt cx="6517485" cy="1862286"/>
          </a:xfrm>
        </p:grpSpPr>
        <p:sp>
          <p:nvSpPr>
            <p:cNvPr id="76" name="Google Shape;76;p17"/>
            <p:cNvSpPr/>
            <p:nvPr/>
          </p:nvSpPr>
          <p:spPr>
            <a:xfrm rot="10800000" flipH="1">
              <a:off x="3690988" y="848215"/>
              <a:ext cx="1762097" cy="1627335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7"/>
            <p:cNvSpPr/>
            <p:nvPr/>
          </p:nvSpPr>
          <p:spPr>
            <a:xfrm rot="-4849591">
              <a:off x="2634244" y="1183504"/>
              <a:ext cx="464554" cy="1155669"/>
            </a:xfrm>
            <a:custGeom>
              <a:avLst/>
              <a:gdLst/>
              <a:ahLst/>
              <a:cxnLst/>
              <a:rect l="l" t="t" r="r" b="b"/>
              <a:pathLst>
                <a:path w="10032" h="24955" extrusionOk="0">
                  <a:moveTo>
                    <a:pt x="3624" y="0"/>
                  </a:moveTo>
                  <a:cubicBezTo>
                    <a:pt x="1843" y="0"/>
                    <a:pt x="1251" y="2928"/>
                    <a:pt x="3249" y="3583"/>
                  </a:cubicBezTo>
                  <a:cubicBezTo>
                    <a:pt x="4045" y="3832"/>
                    <a:pt x="3821" y="4616"/>
                    <a:pt x="3274" y="4977"/>
                  </a:cubicBezTo>
                  <a:cubicBezTo>
                    <a:pt x="2253" y="5661"/>
                    <a:pt x="1220" y="6122"/>
                    <a:pt x="660" y="7304"/>
                  </a:cubicBezTo>
                  <a:cubicBezTo>
                    <a:pt x="0" y="8710"/>
                    <a:pt x="386" y="10353"/>
                    <a:pt x="1295" y="11561"/>
                  </a:cubicBezTo>
                  <a:cubicBezTo>
                    <a:pt x="2153" y="12706"/>
                    <a:pt x="3460" y="13266"/>
                    <a:pt x="4481" y="14211"/>
                  </a:cubicBezTo>
                  <a:cubicBezTo>
                    <a:pt x="5302" y="14983"/>
                    <a:pt x="5028" y="15444"/>
                    <a:pt x="4468" y="16302"/>
                  </a:cubicBezTo>
                  <a:cubicBezTo>
                    <a:pt x="3759" y="17422"/>
                    <a:pt x="3062" y="18555"/>
                    <a:pt x="3074" y="19936"/>
                  </a:cubicBezTo>
                  <a:cubicBezTo>
                    <a:pt x="3097" y="22327"/>
                    <a:pt x="5659" y="24955"/>
                    <a:pt x="8161" y="24955"/>
                  </a:cubicBezTo>
                  <a:cubicBezTo>
                    <a:pt x="8472" y="24955"/>
                    <a:pt x="8782" y="24914"/>
                    <a:pt x="9086" y="24827"/>
                  </a:cubicBezTo>
                  <a:cubicBezTo>
                    <a:pt x="9733" y="24641"/>
                    <a:pt x="10031" y="23894"/>
                    <a:pt x="9695" y="23322"/>
                  </a:cubicBezTo>
                  <a:cubicBezTo>
                    <a:pt x="9036" y="22102"/>
                    <a:pt x="7405" y="21766"/>
                    <a:pt x="6783" y="20521"/>
                  </a:cubicBezTo>
                  <a:cubicBezTo>
                    <a:pt x="6335" y="19600"/>
                    <a:pt x="7082" y="18866"/>
                    <a:pt x="7567" y="18119"/>
                  </a:cubicBezTo>
                  <a:cubicBezTo>
                    <a:pt x="8326" y="16949"/>
                    <a:pt x="8849" y="15643"/>
                    <a:pt x="8550" y="14236"/>
                  </a:cubicBezTo>
                  <a:cubicBezTo>
                    <a:pt x="8239" y="12805"/>
                    <a:pt x="7194" y="11735"/>
                    <a:pt x="6061" y="10901"/>
                  </a:cubicBezTo>
                  <a:cubicBezTo>
                    <a:pt x="5564" y="10528"/>
                    <a:pt x="3684" y="9445"/>
                    <a:pt x="3896" y="8847"/>
                  </a:cubicBezTo>
                  <a:cubicBezTo>
                    <a:pt x="3995" y="8561"/>
                    <a:pt x="4605" y="8374"/>
                    <a:pt x="4867" y="8225"/>
                  </a:cubicBezTo>
                  <a:cubicBezTo>
                    <a:pt x="5464" y="7902"/>
                    <a:pt x="5987" y="7466"/>
                    <a:pt x="6435" y="6943"/>
                  </a:cubicBezTo>
                  <a:cubicBezTo>
                    <a:pt x="8401" y="4479"/>
                    <a:pt x="7094" y="1032"/>
                    <a:pt x="4207" y="98"/>
                  </a:cubicBezTo>
                  <a:cubicBezTo>
                    <a:pt x="4001" y="31"/>
                    <a:pt x="3806" y="0"/>
                    <a:pt x="36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7"/>
            <p:cNvSpPr/>
            <p:nvPr/>
          </p:nvSpPr>
          <p:spPr>
            <a:xfrm rot="4849591" flipH="1">
              <a:off x="6045269" y="1183504"/>
              <a:ext cx="464554" cy="1155669"/>
            </a:xfrm>
            <a:custGeom>
              <a:avLst/>
              <a:gdLst/>
              <a:ahLst/>
              <a:cxnLst/>
              <a:rect l="l" t="t" r="r" b="b"/>
              <a:pathLst>
                <a:path w="10032" h="24955" extrusionOk="0">
                  <a:moveTo>
                    <a:pt x="3624" y="0"/>
                  </a:moveTo>
                  <a:cubicBezTo>
                    <a:pt x="1843" y="0"/>
                    <a:pt x="1251" y="2928"/>
                    <a:pt x="3249" y="3583"/>
                  </a:cubicBezTo>
                  <a:cubicBezTo>
                    <a:pt x="4045" y="3832"/>
                    <a:pt x="3821" y="4616"/>
                    <a:pt x="3274" y="4977"/>
                  </a:cubicBezTo>
                  <a:cubicBezTo>
                    <a:pt x="2253" y="5661"/>
                    <a:pt x="1220" y="6122"/>
                    <a:pt x="660" y="7304"/>
                  </a:cubicBezTo>
                  <a:cubicBezTo>
                    <a:pt x="0" y="8710"/>
                    <a:pt x="386" y="10353"/>
                    <a:pt x="1295" y="11561"/>
                  </a:cubicBezTo>
                  <a:cubicBezTo>
                    <a:pt x="2153" y="12706"/>
                    <a:pt x="3460" y="13266"/>
                    <a:pt x="4481" y="14211"/>
                  </a:cubicBezTo>
                  <a:cubicBezTo>
                    <a:pt x="5302" y="14983"/>
                    <a:pt x="5028" y="15444"/>
                    <a:pt x="4468" y="16302"/>
                  </a:cubicBezTo>
                  <a:cubicBezTo>
                    <a:pt x="3759" y="17422"/>
                    <a:pt x="3062" y="18555"/>
                    <a:pt x="3074" y="19936"/>
                  </a:cubicBezTo>
                  <a:cubicBezTo>
                    <a:pt x="3097" y="22327"/>
                    <a:pt x="5659" y="24955"/>
                    <a:pt x="8161" y="24955"/>
                  </a:cubicBezTo>
                  <a:cubicBezTo>
                    <a:pt x="8472" y="24955"/>
                    <a:pt x="8782" y="24914"/>
                    <a:pt x="9086" y="24827"/>
                  </a:cubicBezTo>
                  <a:cubicBezTo>
                    <a:pt x="9733" y="24641"/>
                    <a:pt x="10031" y="23894"/>
                    <a:pt x="9695" y="23322"/>
                  </a:cubicBezTo>
                  <a:cubicBezTo>
                    <a:pt x="9036" y="22102"/>
                    <a:pt x="7405" y="21766"/>
                    <a:pt x="6783" y="20521"/>
                  </a:cubicBezTo>
                  <a:cubicBezTo>
                    <a:pt x="6335" y="19600"/>
                    <a:pt x="7082" y="18866"/>
                    <a:pt x="7567" y="18119"/>
                  </a:cubicBezTo>
                  <a:cubicBezTo>
                    <a:pt x="8326" y="16949"/>
                    <a:pt x="8849" y="15643"/>
                    <a:pt x="8550" y="14236"/>
                  </a:cubicBezTo>
                  <a:cubicBezTo>
                    <a:pt x="8239" y="12805"/>
                    <a:pt x="7194" y="11735"/>
                    <a:pt x="6061" y="10901"/>
                  </a:cubicBezTo>
                  <a:cubicBezTo>
                    <a:pt x="5564" y="10528"/>
                    <a:pt x="3684" y="9445"/>
                    <a:pt x="3896" y="8847"/>
                  </a:cubicBezTo>
                  <a:cubicBezTo>
                    <a:pt x="3995" y="8561"/>
                    <a:pt x="4605" y="8374"/>
                    <a:pt x="4867" y="8225"/>
                  </a:cubicBezTo>
                  <a:cubicBezTo>
                    <a:pt x="5464" y="7902"/>
                    <a:pt x="5987" y="7466"/>
                    <a:pt x="6435" y="6943"/>
                  </a:cubicBezTo>
                  <a:cubicBezTo>
                    <a:pt x="8401" y="4479"/>
                    <a:pt x="7094" y="1032"/>
                    <a:pt x="4207" y="98"/>
                  </a:cubicBezTo>
                  <a:cubicBezTo>
                    <a:pt x="4001" y="31"/>
                    <a:pt x="3806" y="0"/>
                    <a:pt x="36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" name="Google Shape;79;p17"/>
            <p:cNvGrpSpPr/>
            <p:nvPr/>
          </p:nvGrpSpPr>
          <p:grpSpPr>
            <a:xfrm>
              <a:off x="367532" y="613264"/>
              <a:ext cx="1058211" cy="1138064"/>
              <a:chOff x="6882175" y="2207400"/>
              <a:chExt cx="465475" cy="500600"/>
            </a:xfrm>
          </p:grpSpPr>
          <p:sp>
            <p:nvSpPr>
              <p:cNvPr id="80" name="Google Shape;80;p17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17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17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 b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86" name="Google Shape;86;p18"/>
          <p:cNvGrpSpPr/>
          <p:nvPr/>
        </p:nvGrpSpPr>
        <p:grpSpPr>
          <a:xfrm>
            <a:off x="317068" y="269900"/>
            <a:ext cx="8546344" cy="4690378"/>
            <a:chOff x="317068" y="269900"/>
            <a:chExt cx="8546344" cy="4690378"/>
          </a:xfrm>
        </p:grpSpPr>
        <p:grpSp>
          <p:nvGrpSpPr>
            <p:cNvPr id="87" name="Google Shape;87;p18"/>
            <p:cNvGrpSpPr/>
            <p:nvPr/>
          </p:nvGrpSpPr>
          <p:grpSpPr>
            <a:xfrm>
              <a:off x="8089048" y="269900"/>
              <a:ext cx="767162" cy="575829"/>
              <a:chOff x="8089048" y="269900"/>
              <a:chExt cx="767162" cy="575829"/>
            </a:xfrm>
          </p:grpSpPr>
          <p:sp>
            <p:nvSpPr>
              <p:cNvPr id="88" name="Google Shape;88;p18"/>
              <p:cNvSpPr/>
              <p:nvPr/>
            </p:nvSpPr>
            <p:spPr>
              <a:xfrm>
                <a:off x="8660384" y="26990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8"/>
              <p:cNvSpPr/>
              <p:nvPr/>
            </p:nvSpPr>
            <p:spPr>
              <a:xfrm>
                <a:off x="8369973" y="534995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18"/>
              <p:cNvSpPr/>
              <p:nvPr/>
            </p:nvSpPr>
            <p:spPr>
              <a:xfrm>
                <a:off x="8097521" y="346952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18"/>
              <p:cNvSpPr/>
              <p:nvPr/>
            </p:nvSpPr>
            <p:spPr>
              <a:xfrm>
                <a:off x="8089048" y="74463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2" name="Google Shape;92;p18"/>
            <p:cNvSpPr/>
            <p:nvPr/>
          </p:nvSpPr>
          <p:spPr>
            <a:xfrm rot="-1511786">
              <a:off x="8518363" y="4417999"/>
              <a:ext cx="195822" cy="487115"/>
            </a:xfrm>
            <a:custGeom>
              <a:avLst/>
              <a:gdLst/>
              <a:ahLst/>
              <a:cxnLst/>
              <a:rect l="l" t="t" r="r" b="b"/>
              <a:pathLst>
                <a:path w="10032" h="24955" extrusionOk="0">
                  <a:moveTo>
                    <a:pt x="3624" y="0"/>
                  </a:moveTo>
                  <a:cubicBezTo>
                    <a:pt x="1843" y="0"/>
                    <a:pt x="1251" y="2928"/>
                    <a:pt x="3249" y="3583"/>
                  </a:cubicBezTo>
                  <a:cubicBezTo>
                    <a:pt x="4045" y="3832"/>
                    <a:pt x="3821" y="4616"/>
                    <a:pt x="3274" y="4977"/>
                  </a:cubicBezTo>
                  <a:cubicBezTo>
                    <a:pt x="2253" y="5661"/>
                    <a:pt x="1220" y="6122"/>
                    <a:pt x="660" y="7304"/>
                  </a:cubicBezTo>
                  <a:cubicBezTo>
                    <a:pt x="0" y="8710"/>
                    <a:pt x="386" y="10353"/>
                    <a:pt x="1295" y="11561"/>
                  </a:cubicBezTo>
                  <a:cubicBezTo>
                    <a:pt x="2153" y="12706"/>
                    <a:pt x="3460" y="13266"/>
                    <a:pt x="4481" y="14211"/>
                  </a:cubicBezTo>
                  <a:cubicBezTo>
                    <a:pt x="5302" y="14983"/>
                    <a:pt x="5028" y="15444"/>
                    <a:pt x="4468" y="16302"/>
                  </a:cubicBezTo>
                  <a:cubicBezTo>
                    <a:pt x="3759" y="17422"/>
                    <a:pt x="3062" y="18555"/>
                    <a:pt x="3074" y="19936"/>
                  </a:cubicBezTo>
                  <a:cubicBezTo>
                    <a:pt x="3097" y="22327"/>
                    <a:pt x="5659" y="24955"/>
                    <a:pt x="8161" y="24955"/>
                  </a:cubicBezTo>
                  <a:cubicBezTo>
                    <a:pt x="8472" y="24955"/>
                    <a:pt x="8782" y="24914"/>
                    <a:pt x="9086" y="24827"/>
                  </a:cubicBezTo>
                  <a:cubicBezTo>
                    <a:pt x="9733" y="24641"/>
                    <a:pt x="10031" y="23894"/>
                    <a:pt x="9695" y="23322"/>
                  </a:cubicBezTo>
                  <a:cubicBezTo>
                    <a:pt x="9036" y="22102"/>
                    <a:pt x="7405" y="21766"/>
                    <a:pt x="6783" y="20521"/>
                  </a:cubicBezTo>
                  <a:cubicBezTo>
                    <a:pt x="6335" y="19600"/>
                    <a:pt x="7082" y="18866"/>
                    <a:pt x="7567" y="18119"/>
                  </a:cubicBezTo>
                  <a:cubicBezTo>
                    <a:pt x="8326" y="16949"/>
                    <a:pt x="8849" y="15643"/>
                    <a:pt x="8550" y="14236"/>
                  </a:cubicBezTo>
                  <a:cubicBezTo>
                    <a:pt x="8239" y="12805"/>
                    <a:pt x="7194" y="11735"/>
                    <a:pt x="6061" y="10901"/>
                  </a:cubicBezTo>
                  <a:cubicBezTo>
                    <a:pt x="5564" y="10528"/>
                    <a:pt x="3684" y="9445"/>
                    <a:pt x="3896" y="8847"/>
                  </a:cubicBezTo>
                  <a:cubicBezTo>
                    <a:pt x="3995" y="8561"/>
                    <a:pt x="4605" y="8374"/>
                    <a:pt x="4867" y="8225"/>
                  </a:cubicBezTo>
                  <a:cubicBezTo>
                    <a:pt x="5464" y="7902"/>
                    <a:pt x="5987" y="7466"/>
                    <a:pt x="6435" y="6943"/>
                  </a:cubicBezTo>
                  <a:cubicBezTo>
                    <a:pt x="8401" y="4479"/>
                    <a:pt x="7094" y="1032"/>
                    <a:pt x="4207" y="98"/>
                  </a:cubicBezTo>
                  <a:cubicBezTo>
                    <a:pt x="4001" y="31"/>
                    <a:pt x="3806" y="0"/>
                    <a:pt x="36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3" name="Google Shape;93;p18"/>
            <p:cNvGrpSpPr/>
            <p:nvPr/>
          </p:nvGrpSpPr>
          <p:grpSpPr>
            <a:xfrm>
              <a:off x="317068" y="4362831"/>
              <a:ext cx="628700" cy="597447"/>
              <a:chOff x="4171771" y="2918403"/>
              <a:chExt cx="745611" cy="708463"/>
            </a:xfrm>
          </p:grpSpPr>
          <p:sp>
            <p:nvSpPr>
              <p:cNvPr id="94" name="Google Shape;94;p18"/>
              <p:cNvSpPr/>
              <p:nvPr/>
            </p:nvSpPr>
            <p:spPr>
              <a:xfrm>
                <a:off x="4171771" y="3496666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8"/>
              <p:cNvSpPr/>
              <p:nvPr/>
            </p:nvSpPr>
            <p:spPr>
              <a:xfrm>
                <a:off x="4475845" y="3164888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18"/>
              <p:cNvSpPr/>
              <p:nvPr/>
            </p:nvSpPr>
            <p:spPr>
              <a:xfrm>
                <a:off x="4251554" y="3174475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18"/>
              <p:cNvSpPr/>
              <p:nvPr/>
            </p:nvSpPr>
            <p:spPr>
              <a:xfrm>
                <a:off x="4340468" y="2991883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18"/>
              <p:cNvSpPr/>
              <p:nvPr/>
            </p:nvSpPr>
            <p:spPr>
              <a:xfrm>
                <a:off x="4527475" y="2918403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18"/>
              <p:cNvSpPr/>
              <p:nvPr/>
            </p:nvSpPr>
            <p:spPr>
              <a:xfrm>
                <a:off x="4783257" y="3091192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18"/>
              <p:cNvSpPr/>
              <p:nvPr/>
            </p:nvSpPr>
            <p:spPr>
              <a:xfrm>
                <a:off x="4599649" y="3347183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18"/>
              <p:cNvSpPr/>
              <p:nvPr/>
            </p:nvSpPr>
            <p:spPr>
              <a:xfrm>
                <a:off x="4369224" y="3374505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2" name="Google Shape;102;p18"/>
            <p:cNvSpPr/>
            <p:nvPr/>
          </p:nvSpPr>
          <p:spPr>
            <a:xfrm>
              <a:off x="8653163" y="4399500"/>
              <a:ext cx="210250" cy="180450"/>
            </a:xfrm>
            <a:custGeom>
              <a:avLst/>
              <a:gdLst/>
              <a:ahLst/>
              <a:cxnLst/>
              <a:rect l="l" t="t" r="r" b="b"/>
              <a:pathLst>
                <a:path w="8410" h="7218" extrusionOk="0">
                  <a:moveTo>
                    <a:pt x="4078" y="1"/>
                  </a:moveTo>
                  <a:cubicBezTo>
                    <a:pt x="3728" y="1"/>
                    <a:pt x="3397" y="192"/>
                    <a:pt x="3311" y="629"/>
                  </a:cubicBezTo>
                  <a:cubicBezTo>
                    <a:pt x="3224" y="1139"/>
                    <a:pt x="3174" y="1649"/>
                    <a:pt x="3174" y="2172"/>
                  </a:cubicBezTo>
                  <a:cubicBezTo>
                    <a:pt x="2415" y="2259"/>
                    <a:pt x="1643" y="2321"/>
                    <a:pt x="859" y="2408"/>
                  </a:cubicBezTo>
                  <a:cubicBezTo>
                    <a:pt x="0" y="2495"/>
                    <a:pt x="13" y="3640"/>
                    <a:pt x="859" y="3740"/>
                  </a:cubicBezTo>
                  <a:cubicBezTo>
                    <a:pt x="1631" y="3827"/>
                    <a:pt x="2402" y="3864"/>
                    <a:pt x="3186" y="3864"/>
                  </a:cubicBezTo>
                  <a:cubicBezTo>
                    <a:pt x="3174" y="4872"/>
                    <a:pt x="3112" y="5905"/>
                    <a:pt x="3286" y="6914"/>
                  </a:cubicBezTo>
                  <a:cubicBezTo>
                    <a:pt x="3321" y="7126"/>
                    <a:pt x="3476" y="7218"/>
                    <a:pt x="3643" y="7218"/>
                  </a:cubicBezTo>
                  <a:cubicBezTo>
                    <a:pt x="3829" y="7218"/>
                    <a:pt x="4029" y="7104"/>
                    <a:pt x="4095" y="6914"/>
                  </a:cubicBezTo>
                  <a:cubicBezTo>
                    <a:pt x="4431" y="5930"/>
                    <a:pt x="4518" y="4835"/>
                    <a:pt x="4667" y="3802"/>
                  </a:cubicBezTo>
                  <a:cubicBezTo>
                    <a:pt x="5464" y="3752"/>
                    <a:pt x="6248" y="3678"/>
                    <a:pt x="7007" y="3603"/>
                  </a:cubicBezTo>
                  <a:cubicBezTo>
                    <a:pt x="8410" y="3454"/>
                    <a:pt x="8241" y="1520"/>
                    <a:pt x="7049" y="1520"/>
                  </a:cubicBezTo>
                  <a:cubicBezTo>
                    <a:pt x="6951" y="1520"/>
                    <a:pt x="6845" y="1533"/>
                    <a:pt x="6733" y="1562"/>
                  </a:cubicBezTo>
                  <a:cubicBezTo>
                    <a:pt x="6148" y="1711"/>
                    <a:pt x="5563" y="1823"/>
                    <a:pt x="4978" y="1923"/>
                  </a:cubicBezTo>
                  <a:cubicBezTo>
                    <a:pt x="5028" y="1562"/>
                    <a:pt x="5041" y="1213"/>
                    <a:pt x="5041" y="865"/>
                  </a:cubicBezTo>
                  <a:cubicBezTo>
                    <a:pt x="5027" y="329"/>
                    <a:pt x="4536" y="1"/>
                    <a:pt x="40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>
            <a:spLocks noGrp="1"/>
          </p:cNvSpPr>
          <p:nvPr>
            <p:ph type="subTitle" idx="1"/>
          </p:nvPr>
        </p:nvSpPr>
        <p:spPr>
          <a:xfrm>
            <a:off x="1181425" y="210950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9"/>
          <p:cNvSpPr txBox="1">
            <a:spLocks noGrp="1"/>
          </p:cNvSpPr>
          <p:nvPr>
            <p:ph type="subTitle" idx="2"/>
          </p:nvPr>
        </p:nvSpPr>
        <p:spPr>
          <a:xfrm>
            <a:off x="4836300" y="210950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9"/>
          <p:cNvSpPr txBox="1">
            <a:spLocks noGrp="1"/>
          </p:cNvSpPr>
          <p:nvPr>
            <p:ph type="subTitle" idx="3"/>
          </p:nvPr>
        </p:nvSpPr>
        <p:spPr>
          <a:xfrm>
            <a:off x="1284375" y="2822900"/>
            <a:ext cx="2701800" cy="16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subTitle" idx="4"/>
          </p:nvPr>
        </p:nvSpPr>
        <p:spPr>
          <a:xfrm>
            <a:off x="4939175" y="2822900"/>
            <a:ext cx="2701800" cy="16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09" name="Google Shape;109;p19"/>
          <p:cNvGrpSpPr/>
          <p:nvPr/>
        </p:nvGrpSpPr>
        <p:grpSpPr>
          <a:xfrm>
            <a:off x="497200" y="350200"/>
            <a:ext cx="8511035" cy="5187625"/>
            <a:chOff x="497200" y="350200"/>
            <a:chExt cx="8511035" cy="5187625"/>
          </a:xfrm>
        </p:grpSpPr>
        <p:grpSp>
          <p:nvGrpSpPr>
            <p:cNvPr id="110" name="Google Shape;110;p19"/>
            <p:cNvGrpSpPr/>
            <p:nvPr/>
          </p:nvGrpSpPr>
          <p:grpSpPr>
            <a:xfrm>
              <a:off x="497200" y="350200"/>
              <a:ext cx="684225" cy="757500"/>
              <a:chOff x="4302200" y="1018850"/>
              <a:chExt cx="684225" cy="757500"/>
            </a:xfrm>
          </p:grpSpPr>
          <p:sp>
            <p:nvSpPr>
              <p:cNvPr id="111" name="Google Shape;111;p19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19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19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19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19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19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19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8" name="Google Shape;118;p19"/>
            <p:cNvSpPr/>
            <p:nvPr/>
          </p:nvSpPr>
          <p:spPr>
            <a:xfrm rot="9900113">
              <a:off x="8369333" y="4285606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9"/>
            <p:cNvSpPr/>
            <p:nvPr/>
          </p:nvSpPr>
          <p:spPr>
            <a:xfrm rot="899887" flipH="1">
              <a:off x="7964803" y="4526770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20"/>
          <p:cNvGrpSpPr/>
          <p:nvPr/>
        </p:nvGrpSpPr>
        <p:grpSpPr>
          <a:xfrm>
            <a:off x="377500" y="172458"/>
            <a:ext cx="8563789" cy="1126945"/>
            <a:chOff x="377500" y="172458"/>
            <a:chExt cx="8563789" cy="1126945"/>
          </a:xfrm>
        </p:grpSpPr>
        <p:grpSp>
          <p:nvGrpSpPr>
            <p:cNvPr id="122" name="Google Shape;122;p20"/>
            <p:cNvGrpSpPr/>
            <p:nvPr/>
          </p:nvGrpSpPr>
          <p:grpSpPr>
            <a:xfrm>
              <a:off x="377500" y="231065"/>
              <a:ext cx="1328170" cy="1068338"/>
              <a:chOff x="6351050" y="916775"/>
              <a:chExt cx="1014025" cy="815650"/>
            </a:xfrm>
          </p:grpSpPr>
          <p:sp>
            <p:nvSpPr>
              <p:cNvPr id="123" name="Google Shape;123;p20"/>
              <p:cNvSpPr/>
              <p:nvPr/>
            </p:nvSpPr>
            <p:spPr>
              <a:xfrm>
                <a:off x="6535575" y="916775"/>
                <a:ext cx="829500" cy="815650"/>
              </a:xfrm>
              <a:custGeom>
                <a:avLst/>
                <a:gdLst/>
                <a:ahLst/>
                <a:cxnLst/>
                <a:rect l="l" t="t" r="r" b="b"/>
                <a:pathLst>
                  <a:path w="33180" h="32626" extrusionOk="0">
                    <a:moveTo>
                      <a:pt x="12866" y="1"/>
                    </a:moveTo>
                    <a:cubicBezTo>
                      <a:pt x="11566" y="1"/>
                      <a:pt x="10270" y="408"/>
                      <a:pt x="9160" y="1301"/>
                    </a:cubicBezTo>
                    <a:cubicBezTo>
                      <a:pt x="6497" y="3429"/>
                      <a:pt x="5899" y="7237"/>
                      <a:pt x="7430" y="10224"/>
                    </a:cubicBezTo>
                    <a:cubicBezTo>
                      <a:pt x="7579" y="10510"/>
                      <a:pt x="7741" y="10784"/>
                      <a:pt x="7928" y="11058"/>
                    </a:cubicBezTo>
                    <a:cubicBezTo>
                      <a:pt x="3709" y="12925"/>
                      <a:pt x="0" y="15725"/>
                      <a:pt x="971" y="19894"/>
                    </a:cubicBezTo>
                    <a:cubicBezTo>
                      <a:pt x="1772" y="23302"/>
                      <a:pt x="4148" y="24454"/>
                      <a:pt x="6964" y="24454"/>
                    </a:cubicBezTo>
                    <a:cubicBezTo>
                      <a:pt x="7953" y="24454"/>
                      <a:pt x="8996" y="24312"/>
                      <a:pt x="10044" y="24076"/>
                    </a:cubicBezTo>
                    <a:cubicBezTo>
                      <a:pt x="10069" y="25781"/>
                      <a:pt x="10218" y="27474"/>
                      <a:pt x="10479" y="29141"/>
                    </a:cubicBezTo>
                    <a:cubicBezTo>
                      <a:pt x="10827" y="31363"/>
                      <a:pt x="13062" y="32625"/>
                      <a:pt x="15189" y="32625"/>
                    </a:cubicBezTo>
                    <a:cubicBezTo>
                      <a:pt x="16029" y="32625"/>
                      <a:pt x="16852" y="32428"/>
                      <a:pt x="17536" y="32016"/>
                    </a:cubicBezTo>
                    <a:cubicBezTo>
                      <a:pt x="19652" y="30747"/>
                      <a:pt x="21257" y="28805"/>
                      <a:pt x="22103" y="26503"/>
                    </a:cubicBezTo>
                    <a:cubicBezTo>
                      <a:pt x="23581" y="27110"/>
                      <a:pt x="25092" y="27508"/>
                      <a:pt x="26508" y="27508"/>
                    </a:cubicBezTo>
                    <a:cubicBezTo>
                      <a:pt x="28573" y="27508"/>
                      <a:pt x="30436" y="26661"/>
                      <a:pt x="31699" y="24387"/>
                    </a:cubicBezTo>
                    <a:cubicBezTo>
                      <a:pt x="33180" y="21724"/>
                      <a:pt x="32172" y="18363"/>
                      <a:pt x="30031" y="16385"/>
                    </a:cubicBezTo>
                    <a:cubicBezTo>
                      <a:pt x="29409" y="15812"/>
                      <a:pt x="28700" y="15327"/>
                      <a:pt x="27940" y="14953"/>
                    </a:cubicBezTo>
                    <a:cubicBezTo>
                      <a:pt x="30492" y="10933"/>
                      <a:pt x="32383" y="6279"/>
                      <a:pt x="27716" y="3541"/>
                    </a:cubicBezTo>
                    <a:cubicBezTo>
                      <a:pt x="26696" y="2946"/>
                      <a:pt x="25684" y="2684"/>
                      <a:pt x="24706" y="2684"/>
                    </a:cubicBezTo>
                    <a:cubicBezTo>
                      <a:pt x="22883" y="2684"/>
                      <a:pt x="21177" y="3594"/>
                      <a:pt x="19751" y="4947"/>
                    </a:cubicBezTo>
                    <a:cubicBezTo>
                      <a:pt x="19266" y="3939"/>
                      <a:pt x="18644" y="3018"/>
                      <a:pt x="17884" y="2209"/>
                    </a:cubicBezTo>
                    <a:cubicBezTo>
                      <a:pt x="16544" y="811"/>
                      <a:pt x="14701" y="1"/>
                      <a:pt x="128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20"/>
              <p:cNvSpPr/>
              <p:nvPr/>
            </p:nvSpPr>
            <p:spPr>
              <a:xfrm>
                <a:off x="6351050" y="1185725"/>
                <a:ext cx="352500" cy="283925"/>
              </a:xfrm>
              <a:custGeom>
                <a:avLst/>
                <a:gdLst/>
                <a:ahLst/>
                <a:cxnLst/>
                <a:rect l="l" t="t" r="r" b="b"/>
                <a:pathLst>
                  <a:path w="14100" h="11357" extrusionOk="0">
                    <a:moveTo>
                      <a:pt x="7160" y="1"/>
                    </a:moveTo>
                    <a:cubicBezTo>
                      <a:pt x="6017" y="1"/>
                      <a:pt x="4882" y="288"/>
                      <a:pt x="3921" y="872"/>
                    </a:cubicBezTo>
                    <a:cubicBezTo>
                      <a:pt x="2478" y="1296"/>
                      <a:pt x="1233" y="2391"/>
                      <a:pt x="785" y="3897"/>
                    </a:cubicBezTo>
                    <a:cubicBezTo>
                      <a:pt x="1" y="6485"/>
                      <a:pt x="1532" y="9261"/>
                      <a:pt x="3759" y="10555"/>
                    </a:cubicBezTo>
                    <a:cubicBezTo>
                      <a:pt x="4710" y="11105"/>
                      <a:pt x="5772" y="11356"/>
                      <a:pt x="6832" y="11356"/>
                    </a:cubicBezTo>
                    <a:cubicBezTo>
                      <a:pt x="10476" y="11356"/>
                      <a:pt x="14099" y="8384"/>
                      <a:pt x="13106" y="4345"/>
                    </a:cubicBezTo>
                    <a:cubicBezTo>
                      <a:pt x="12405" y="1490"/>
                      <a:pt x="9763" y="1"/>
                      <a:pt x="716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20"/>
              <p:cNvSpPr/>
              <p:nvPr/>
            </p:nvSpPr>
            <p:spPr>
              <a:xfrm>
                <a:off x="6710125" y="1397625"/>
                <a:ext cx="233275" cy="203825"/>
              </a:xfrm>
              <a:custGeom>
                <a:avLst/>
                <a:gdLst/>
                <a:ahLst/>
                <a:cxnLst/>
                <a:rect l="l" t="t" r="r" b="b"/>
                <a:pathLst>
                  <a:path w="9331" h="8153" extrusionOk="0">
                    <a:moveTo>
                      <a:pt x="4812" y="0"/>
                    </a:moveTo>
                    <a:cubicBezTo>
                      <a:pt x="4540" y="0"/>
                      <a:pt x="4259" y="32"/>
                      <a:pt x="3970" y="100"/>
                    </a:cubicBezTo>
                    <a:cubicBezTo>
                      <a:pt x="3037" y="337"/>
                      <a:pt x="2253" y="946"/>
                      <a:pt x="1805" y="1780"/>
                    </a:cubicBezTo>
                    <a:cubicBezTo>
                      <a:pt x="1319" y="2116"/>
                      <a:pt x="933" y="2564"/>
                      <a:pt x="647" y="3087"/>
                    </a:cubicBezTo>
                    <a:cubicBezTo>
                      <a:pt x="0" y="4344"/>
                      <a:pt x="162" y="5937"/>
                      <a:pt x="1182" y="6970"/>
                    </a:cubicBezTo>
                    <a:cubicBezTo>
                      <a:pt x="1976" y="7783"/>
                      <a:pt x="3002" y="8153"/>
                      <a:pt x="4035" y="8153"/>
                    </a:cubicBezTo>
                    <a:cubicBezTo>
                      <a:pt x="5628" y="8153"/>
                      <a:pt x="7235" y="7275"/>
                      <a:pt x="8027" y="5788"/>
                    </a:cubicBezTo>
                    <a:cubicBezTo>
                      <a:pt x="9330" y="3307"/>
                      <a:pt x="7570" y="0"/>
                      <a:pt x="481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20"/>
              <p:cNvSpPr/>
              <p:nvPr/>
            </p:nvSpPr>
            <p:spPr>
              <a:xfrm>
                <a:off x="6817775" y="1166050"/>
                <a:ext cx="180800" cy="154450"/>
              </a:xfrm>
              <a:custGeom>
                <a:avLst/>
                <a:gdLst/>
                <a:ahLst/>
                <a:cxnLst/>
                <a:rect l="l" t="t" r="r" b="b"/>
                <a:pathLst>
                  <a:path w="7232" h="6178" extrusionOk="0">
                    <a:moveTo>
                      <a:pt x="3736" y="1"/>
                    </a:moveTo>
                    <a:cubicBezTo>
                      <a:pt x="2485" y="1"/>
                      <a:pt x="1327" y="755"/>
                      <a:pt x="884" y="1809"/>
                    </a:cubicBezTo>
                    <a:cubicBezTo>
                      <a:pt x="784" y="1908"/>
                      <a:pt x="697" y="2020"/>
                      <a:pt x="622" y="2145"/>
                    </a:cubicBezTo>
                    <a:cubicBezTo>
                      <a:pt x="0" y="3128"/>
                      <a:pt x="224" y="4435"/>
                      <a:pt x="1021" y="5256"/>
                    </a:cubicBezTo>
                    <a:cubicBezTo>
                      <a:pt x="1633" y="5888"/>
                      <a:pt x="2415" y="6177"/>
                      <a:pt x="3200" y="6177"/>
                    </a:cubicBezTo>
                    <a:cubicBezTo>
                      <a:pt x="4346" y="6177"/>
                      <a:pt x="5495" y="5561"/>
                      <a:pt x="6123" y="4497"/>
                    </a:cubicBezTo>
                    <a:cubicBezTo>
                      <a:pt x="7231" y="2630"/>
                      <a:pt x="6161" y="104"/>
                      <a:pt x="3883" y="4"/>
                    </a:cubicBezTo>
                    <a:cubicBezTo>
                      <a:pt x="3834" y="2"/>
                      <a:pt x="3785" y="1"/>
                      <a:pt x="37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20"/>
              <p:cNvSpPr/>
              <p:nvPr/>
            </p:nvSpPr>
            <p:spPr>
              <a:xfrm>
                <a:off x="7017525" y="1308775"/>
                <a:ext cx="141575" cy="137725"/>
              </a:xfrm>
              <a:custGeom>
                <a:avLst/>
                <a:gdLst/>
                <a:ahLst/>
                <a:cxnLst/>
                <a:rect l="l" t="t" r="r" b="b"/>
                <a:pathLst>
                  <a:path w="5663" h="5509" extrusionOk="0">
                    <a:moveTo>
                      <a:pt x="3259" y="1"/>
                    </a:moveTo>
                    <a:cubicBezTo>
                      <a:pt x="2765" y="1"/>
                      <a:pt x="2274" y="143"/>
                      <a:pt x="1842" y="418"/>
                    </a:cubicBezTo>
                    <a:cubicBezTo>
                      <a:pt x="1257" y="779"/>
                      <a:pt x="809" y="1327"/>
                      <a:pt x="573" y="1974"/>
                    </a:cubicBezTo>
                    <a:cubicBezTo>
                      <a:pt x="249" y="2435"/>
                      <a:pt x="75" y="2970"/>
                      <a:pt x="50" y="3530"/>
                    </a:cubicBezTo>
                    <a:cubicBezTo>
                      <a:pt x="1" y="4764"/>
                      <a:pt x="1273" y="5509"/>
                      <a:pt x="2375" y="5509"/>
                    </a:cubicBezTo>
                    <a:cubicBezTo>
                      <a:pt x="2384" y="5509"/>
                      <a:pt x="2393" y="5509"/>
                      <a:pt x="2402" y="5509"/>
                    </a:cubicBezTo>
                    <a:cubicBezTo>
                      <a:pt x="3946" y="5496"/>
                      <a:pt x="5402" y="4289"/>
                      <a:pt x="5601" y="2746"/>
                    </a:cubicBezTo>
                    <a:cubicBezTo>
                      <a:pt x="5663" y="2347"/>
                      <a:pt x="5651" y="1937"/>
                      <a:pt x="5551" y="1538"/>
                    </a:cubicBezTo>
                    <a:cubicBezTo>
                      <a:pt x="5364" y="879"/>
                      <a:pt x="4854" y="456"/>
                      <a:pt x="4244" y="194"/>
                    </a:cubicBezTo>
                    <a:cubicBezTo>
                      <a:pt x="3925" y="64"/>
                      <a:pt x="3591" y="1"/>
                      <a:pt x="3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8" name="Google Shape;128;p20"/>
            <p:cNvSpPr/>
            <p:nvPr/>
          </p:nvSpPr>
          <p:spPr>
            <a:xfrm rot="6299815">
              <a:off x="7974736" y="71978"/>
              <a:ext cx="663833" cy="1136193"/>
            </a:xfrm>
            <a:custGeom>
              <a:avLst/>
              <a:gdLst/>
              <a:ahLst/>
              <a:cxnLst/>
              <a:rect l="l" t="t" r="r" b="b"/>
              <a:pathLst>
                <a:path w="14960" h="25605" extrusionOk="0">
                  <a:moveTo>
                    <a:pt x="10860" y="1"/>
                  </a:moveTo>
                  <a:cubicBezTo>
                    <a:pt x="7630" y="1"/>
                    <a:pt x="4436" y="759"/>
                    <a:pt x="1531" y="2200"/>
                  </a:cubicBezTo>
                  <a:cubicBezTo>
                    <a:pt x="112" y="2922"/>
                    <a:pt x="0" y="4465"/>
                    <a:pt x="797" y="5672"/>
                  </a:cubicBezTo>
                  <a:cubicBezTo>
                    <a:pt x="2514" y="8298"/>
                    <a:pt x="4145" y="10974"/>
                    <a:pt x="5713" y="13700"/>
                  </a:cubicBezTo>
                  <a:cubicBezTo>
                    <a:pt x="5563" y="13974"/>
                    <a:pt x="5427" y="14260"/>
                    <a:pt x="5277" y="14546"/>
                  </a:cubicBezTo>
                  <a:cubicBezTo>
                    <a:pt x="4593" y="15268"/>
                    <a:pt x="3970" y="16027"/>
                    <a:pt x="3398" y="16836"/>
                  </a:cubicBezTo>
                  <a:cubicBezTo>
                    <a:pt x="2328" y="18330"/>
                    <a:pt x="797" y="20470"/>
                    <a:pt x="697" y="22349"/>
                  </a:cubicBezTo>
                  <a:cubicBezTo>
                    <a:pt x="573" y="25013"/>
                    <a:pt x="3249" y="25486"/>
                    <a:pt x="5290" y="25573"/>
                  </a:cubicBezTo>
                  <a:cubicBezTo>
                    <a:pt x="5716" y="25594"/>
                    <a:pt x="6146" y="25605"/>
                    <a:pt x="6577" y="25605"/>
                  </a:cubicBezTo>
                  <a:cubicBezTo>
                    <a:pt x="8209" y="25605"/>
                    <a:pt x="9860" y="25447"/>
                    <a:pt x="11425" y="25063"/>
                  </a:cubicBezTo>
                  <a:cubicBezTo>
                    <a:pt x="13603" y="24540"/>
                    <a:pt x="14960" y="22847"/>
                    <a:pt x="14350" y="20570"/>
                  </a:cubicBezTo>
                  <a:cubicBezTo>
                    <a:pt x="13777" y="18491"/>
                    <a:pt x="12408" y="16500"/>
                    <a:pt x="11375" y="14633"/>
                  </a:cubicBezTo>
                  <a:cubicBezTo>
                    <a:pt x="11164" y="14247"/>
                    <a:pt x="10952" y="13874"/>
                    <a:pt x="10741" y="13488"/>
                  </a:cubicBezTo>
                  <a:cubicBezTo>
                    <a:pt x="10990" y="12941"/>
                    <a:pt x="11239" y="12381"/>
                    <a:pt x="11475" y="11821"/>
                  </a:cubicBezTo>
                  <a:cubicBezTo>
                    <a:pt x="12732" y="8846"/>
                    <a:pt x="13703" y="5697"/>
                    <a:pt x="13815" y="2437"/>
                  </a:cubicBezTo>
                  <a:cubicBezTo>
                    <a:pt x="13865" y="1279"/>
                    <a:pt x="13056" y="60"/>
                    <a:pt x="11799" y="22"/>
                  </a:cubicBezTo>
                  <a:cubicBezTo>
                    <a:pt x="11486" y="8"/>
                    <a:pt x="11173" y="1"/>
                    <a:pt x="108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9" name="Google Shape;129;p20"/>
            <p:cNvGrpSpPr/>
            <p:nvPr/>
          </p:nvGrpSpPr>
          <p:grpSpPr>
            <a:xfrm>
              <a:off x="8030200" y="428913"/>
              <a:ext cx="552900" cy="610100"/>
              <a:chOff x="5851725" y="2547500"/>
              <a:chExt cx="552900" cy="610100"/>
            </a:xfrm>
          </p:grpSpPr>
          <p:sp>
            <p:nvSpPr>
              <p:cNvPr id="130" name="Google Shape;130;p20"/>
              <p:cNvSpPr/>
              <p:nvPr/>
            </p:nvSpPr>
            <p:spPr>
              <a:xfrm>
                <a:off x="6220725" y="2815575"/>
                <a:ext cx="140625" cy="155300"/>
              </a:xfrm>
              <a:custGeom>
                <a:avLst/>
                <a:gdLst/>
                <a:ahLst/>
                <a:cxnLst/>
                <a:rect l="l" t="t" r="r" b="b"/>
                <a:pathLst>
                  <a:path w="5625" h="6212" extrusionOk="0">
                    <a:moveTo>
                      <a:pt x="3649" y="1"/>
                    </a:moveTo>
                    <a:cubicBezTo>
                      <a:pt x="2497" y="1"/>
                      <a:pt x="1339" y="672"/>
                      <a:pt x="772" y="1689"/>
                    </a:cubicBezTo>
                    <a:cubicBezTo>
                      <a:pt x="0" y="3095"/>
                      <a:pt x="336" y="4912"/>
                      <a:pt x="1419" y="6057"/>
                    </a:cubicBezTo>
                    <a:cubicBezTo>
                      <a:pt x="1520" y="6165"/>
                      <a:pt x="1646" y="6211"/>
                      <a:pt x="1772" y="6211"/>
                    </a:cubicBezTo>
                    <a:cubicBezTo>
                      <a:pt x="2097" y="6211"/>
                      <a:pt x="2419" y="5902"/>
                      <a:pt x="2303" y="5534"/>
                    </a:cubicBezTo>
                    <a:cubicBezTo>
                      <a:pt x="2042" y="4688"/>
                      <a:pt x="1755" y="3667"/>
                      <a:pt x="2216" y="2821"/>
                    </a:cubicBezTo>
                    <a:cubicBezTo>
                      <a:pt x="2524" y="2264"/>
                      <a:pt x="3040" y="1937"/>
                      <a:pt x="3623" y="1937"/>
                    </a:cubicBezTo>
                    <a:cubicBezTo>
                      <a:pt x="3768" y="1937"/>
                      <a:pt x="3918" y="1957"/>
                      <a:pt x="4070" y="2000"/>
                    </a:cubicBezTo>
                    <a:cubicBezTo>
                      <a:pt x="4176" y="2031"/>
                      <a:pt x="4275" y="2045"/>
                      <a:pt x="4369" y="2045"/>
                    </a:cubicBezTo>
                    <a:cubicBezTo>
                      <a:pt x="5334" y="2045"/>
                      <a:pt x="5624" y="532"/>
                      <a:pt x="4580" y="158"/>
                    </a:cubicBezTo>
                    <a:cubicBezTo>
                      <a:pt x="4279" y="51"/>
                      <a:pt x="3964" y="1"/>
                      <a:pt x="36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20"/>
              <p:cNvSpPr/>
              <p:nvPr/>
            </p:nvSpPr>
            <p:spPr>
              <a:xfrm>
                <a:off x="6227475" y="2892450"/>
                <a:ext cx="177150" cy="191725"/>
              </a:xfrm>
              <a:custGeom>
                <a:avLst/>
                <a:gdLst/>
                <a:ahLst/>
                <a:cxnLst/>
                <a:rect l="l" t="t" r="r" b="b"/>
                <a:pathLst>
                  <a:path w="7086" h="7669" extrusionOk="0">
                    <a:moveTo>
                      <a:pt x="4531" y="1"/>
                    </a:moveTo>
                    <a:cubicBezTo>
                      <a:pt x="3801" y="1"/>
                      <a:pt x="3107" y="692"/>
                      <a:pt x="3613" y="1489"/>
                    </a:cubicBezTo>
                    <a:cubicBezTo>
                      <a:pt x="4236" y="2484"/>
                      <a:pt x="4547" y="3405"/>
                      <a:pt x="3887" y="4500"/>
                    </a:cubicBezTo>
                    <a:cubicBezTo>
                      <a:pt x="3572" y="5030"/>
                      <a:pt x="2333" y="6216"/>
                      <a:pt x="1429" y="6216"/>
                    </a:cubicBezTo>
                    <a:cubicBezTo>
                      <a:pt x="1227" y="6216"/>
                      <a:pt x="1042" y="6157"/>
                      <a:pt x="888" y="6019"/>
                    </a:cubicBezTo>
                    <a:cubicBezTo>
                      <a:pt x="776" y="5920"/>
                      <a:pt x="654" y="5878"/>
                      <a:pt x="540" y="5878"/>
                    </a:cubicBezTo>
                    <a:cubicBezTo>
                      <a:pt x="248" y="5878"/>
                      <a:pt x="0" y="6156"/>
                      <a:pt x="54" y="6504"/>
                    </a:cubicBezTo>
                    <a:cubicBezTo>
                      <a:pt x="186" y="7365"/>
                      <a:pt x="775" y="7668"/>
                      <a:pt x="1506" y="7668"/>
                    </a:cubicBezTo>
                    <a:cubicBezTo>
                      <a:pt x="2699" y="7668"/>
                      <a:pt x="4272" y="6859"/>
                      <a:pt x="4858" y="6342"/>
                    </a:cubicBezTo>
                    <a:cubicBezTo>
                      <a:pt x="6501" y="4899"/>
                      <a:pt x="7086" y="1775"/>
                      <a:pt x="5219" y="244"/>
                    </a:cubicBezTo>
                    <a:cubicBezTo>
                      <a:pt x="5013" y="75"/>
                      <a:pt x="4770" y="1"/>
                      <a:pt x="45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20"/>
              <p:cNvSpPr/>
              <p:nvPr/>
            </p:nvSpPr>
            <p:spPr>
              <a:xfrm>
                <a:off x="5979725" y="3001125"/>
                <a:ext cx="200275" cy="156475"/>
              </a:xfrm>
              <a:custGeom>
                <a:avLst/>
                <a:gdLst/>
                <a:ahLst/>
                <a:cxnLst/>
                <a:rect l="l" t="t" r="r" b="b"/>
                <a:pathLst>
                  <a:path w="8011" h="6259" extrusionOk="0">
                    <a:moveTo>
                      <a:pt x="6010" y="0"/>
                    </a:moveTo>
                    <a:cubicBezTo>
                      <a:pt x="5562" y="0"/>
                      <a:pt x="5093" y="364"/>
                      <a:pt x="5110" y="850"/>
                    </a:cubicBezTo>
                    <a:cubicBezTo>
                      <a:pt x="5172" y="2107"/>
                      <a:pt x="5484" y="3352"/>
                      <a:pt x="4177" y="4148"/>
                    </a:cubicBezTo>
                    <a:cubicBezTo>
                      <a:pt x="3804" y="4373"/>
                      <a:pt x="3390" y="4466"/>
                      <a:pt x="2966" y="4466"/>
                    </a:cubicBezTo>
                    <a:cubicBezTo>
                      <a:pt x="2144" y="4466"/>
                      <a:pt x="1287" y="4115"/>
                      <a:pt x="630" y="3688"/>
                    </a:cubicBezTo>
                    <a:cubicBezTo>
                      <a:pt x="569" y="3655"/>
                      <a:pt x="506" y="3640"/>
                      <a:pt x="445" y="3640"/>
                    </a:cubicBezTo>
                    <a:cubicBezTo>
                      <a:pt x="207" y="3640"/>
                      <a:pt x="0" y="3866"/>
                      <a:pt x="70" y="4123"/>
                    </a:cubicBezTo>
                    <a:cubicBezTo>
                      <a:pt x="548" y="5508"/>
                      <a:pt x="1901" y="6259"/>
                      <a:pt x="3287" y="6259"/>
                    </a:cubicBezTo>
                    <a:cubicBezTo>
                      <a:pt x="3919" y="6259"/>
                      <a:pt x="4557" y="6102"/>
                      <a:pt x="5123" y="5779"/>
                    </a:cubicBezTo>
                    <a:cubicBezTo>
                      <a:pt x="6878" y="4783"/>
                      <a:pt x="8010" y="1921"/>
                      <a:pt x="6566" y="253"/>
                    </a:cubicBezTo>
                    <a:cubicBezTo>
                      <a:pt x="6418" y="77"/>
                      <a:pt x="6216" y="0"/>
                      <a:pt x="601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20"/>
              <p:cNvSpPr/>
              <p:nvPr/>
            </p:nvSpPr>
            <p:spPr>
              <a:xfrm>
                <a:off x="5998575" y="2897775"/>
                <a:ext cx="207975" cy="144850"/>
              </a:xfrm>
              <a:custGeom>
                <a:avLst/>
                <a:gdLst/>
                <a:ahLst/>
                <a:cxnLst/>
                <a:rect l="l" t="t" r="r" b="b"/>
                <a:pathLst>
                  <a:path w="8319" h="5794" extrusionOk="0">
                    <a:moveTo>
                      <a:pt x="4391" y="0"/>
                    </a:moveTo>
                    <a:cubicBezTo>
                      <a:pt x="3719" y="0"/>
                      <a:pt x="3044" y="177"/>
                      <a:pt x="2427" y="566"/>
                    </a:cubicBezTo>
                    <a:cubicBezTo>
                      <a:pt x="834" y="1574"/>
                      <a:pt x="0" y="4126"/>
                      <a:pt x="1332" y="5656"/>
                    </a:cubicBezTo>
                    <a:cubicBezTo>
                      <a:pt x="1415" y="5751"/>
                      <a:pt x="1532" y="5794"/>
                      <a:pt x="1652" y="5794"/>
                    </a:cubicBezTo>
                    <a:cubicBezTo>
                      <a:pt x="1909" y="5794"/>
                      <a:pt x="2179" y="5600"/>
                      <a:pt x="2153" y="5320"/>
                    </a:cubicBezTo>
                    <a:cubicBezTo>
                      <a:pt x="2041" y="4126"/>
                      <a:pt x="2054" y="2881"/>
                      <a:pt x="3149" y="2097"/>
                    </a:cubicBezTo>
                    <a:cubicBezTo>
                      <a:pt x="3514" y="1834"/>
                      <a:pt x="3943" y="1715"/>
                      <a:pt x="4374" y="1715"/>
                    </a:cubicBezTo>
                    <a:cubicBezTo>
                      <a:pt x="5149" y="1715"/>
                      <a:pt x="5933" y="2100"/>
                      <a:pt x="6372" y="2732"/>
                    </a:cubicBezTo>
                    <a:cubicBezTo>
                      <a:pt x="6563" y="3005"/>
                      <a:pt x="6833" y="3118"/>
                      <a:pt x="7099" y="3118"/>
                    </a:cubicBezTo>
                    <a:cubicBezTo>
                      <a:pt x="7718" y="3118"/>
                      <a:pt x="8319" y="2505"/>
                      <a:pt x="7866" y="1860"/>
                    </a:cubicBezTo>
                    <a:cubicBezTo>
                      <a:pt x="7068" y="714"/>
                      <a:pt x="5738" y="0"/>
                      <a:pt x="439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20"/>
              <p:cNvSpPr/>
              <p:nvPr/>
            </p:nvSpPr>
            <p:spPr>
              <a:xfrm>
                <a:off x="6029300" y="2796125"/>
                <a:ext cx="1865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7460" h="3429" extrusionOk="0">
                    <a:moveTo>
                      <a:pt x="631" y="1"/>
                    </a:moveTo>
                    <a:cubicBezTo>
                      <a:pt x="314" y="1"/>
                      <a:pt x="1" y="278"/>
                      <a:pt x="91" y="662"/>
                    </a:cubicBezTo>
                    <a:cubicBezTo>
                      <a:pt x="479" y="2487"/>
                      <a:pt x="2100" y="3429"/>
                      <a:pt x="3735" y="3429"/>
                    </a:cubicBezTo>
                    <a:cubicBezTo>
                      <a:pt x="5089" y="3429"/>
                      <a:pt x="6453" y="2783"/>
                      <a:pt x="7135" y="1459"/>
                    </a:cubicBezTo>
                    <a:cubicBezTo>
                      <a:pt x="7459" y="828"/>
                      <a:pt x="6899" y="79"/>
                      <a:pt x="6314" y="79"/>
                    </a:cubicBezTo>
                    <a:cubicBezTo>
                      <a:pt x="6115" y="79"/>
                      <a:pt x="5912" y="167"/>
                      <a:pt x="5741" y="376"/>
                    </a:cubicBezTo>
                    <a:cubicBezTo>
                      <a:pt x="5047" y="1229"/>
                      <a:pt x="4227" y="1667"/>
                      <a:pt x="3413" y="1667"/>
                    </a:cubicBezTo>
                    <a:cubicBezTo>
                      <a:pt x="2577" y="1667"/>
                      <a:pt x="1749" y="1204"/>
                      <a:pt x="1074" y="251"/>
                    </a:cubicBezTo>
                    <a:cubicBezTo>
                      <a:pt x="963" y="76"/>
                      <a:pt x="796" y="1"/>
                      <a:pt x="6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20"/>
              <p:cNvSpPr/>
              <p:nvPr/>
            </p:nvSpPr>
            <p:spPr>
              <a:xfrm>
                <a:off x="5866025" y="2863275"/>
                <a:ext cx="132450" cy="182550"/>
              </a:xfrm>
              <a:custGeom>
                <a:avLst/>
                <a:gdLst/>
                <a:ahLst/>
                <a:cxnLst/>
                <a:rect l="l" t="t" r="r" b="b"/>
                <a:pathLst>
                  <a:path w="5298" h="7302" extrusionOk="0">
                    <a:moveTo>
                      <a:pt x="3797" y="1"/>
                    </a:moveTo>
                    <a:cubicBezTo>
                      <a:pt x="3739" y="1"/>
                      <a:pt x="3681" y="6"/>
                      <a:pt x="3622" y="17"/>
                    </a:cubicBezTo>
                    <a:cubicBezTo>
                      <a:pt x="312" y="639"/>
                      <a:pt x="1" y="5929"/>
                      <a:pt x="2950" y="7236"/>
                    </a:cubicBezTo>
                    <a:cubicBezTo>
                      <a:pt x="3054" y="7281"/>
                      <a:pt x="3155" y="7302"/>
                      <a:pt x="3250" y="7302"/>
                    </a:cubicBezTo>
                    <a:cubicBezTo>
                      <a:pt x="3747" y="7302"/>
                      <a:pt x="4073" y="6735"/>
                      <a:pt x="3697" y="6265"/>
                    </a:cubicBezTo>
                    <a:cubicBezTo>
                      <a:pt x="3075" y="5481"/>
                      <a:pt x="2602" y="4597"/>
                      <a:pt x="2851" y="3577"/>
                    </a:cubicBezTo>
                    <a:cubicBezTo>
                      <a:pt x="3099" y="2593"/>
                      <a:pt x="3859" y="2208"/>
                      <a:pt x="4556" y="1610"/>
                    </a:cubicBezTo>
                    <a:cubicBezTo>
                      <a:pt x="5298" y="984"/>
                      <a:pt x="4592" y="1"/>
                      <a:pt x="379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20"/>
              <p:cNvSpPr/>
              <p:nvPr/>
            </p:nvSpPr>
            <p:spPr>
              <a:xfrm>
                <a:off x="5851725" y="2689525"/>
                <a:ext cx="239000" cy="133175"/>
              </a:xfrm>
              <a:custGeom>
                <a:avLst/>
                <a:gdLst/>
                <a:ahLst/>
                <a:cxnLst/>
                <a:rect l="l" t="t" r="r" b="b"/>
                <a:pathLst>
                  <a:path w="9560" h="5327" extrusionOk="0">
                    <a:moveTo>
                      <a:pt x="4909" y="1"/>
                    </a:moveTo>
                    <a:cubicBezTo>
                      <a:pt x="3979" y="1"/>
                      <a:pt x="3067" y="213"/>
                      <a:pt x="2253" y="744"/>
                    </a:cubicBezTo>
                    <a:cubicBezTo>
                      <a:pt x="809" y="1690"/>
                      <a:pt x="0" y="3433"/>
                      <a:pt x="709" y="5063"/>
                    </a:cubicBezTo>
                    <a:cubicBezTo>
                      <a:pt x="793" y="5248"/>
                      <a:pt x="951" y="5326"/>
                      <a:pt x="1118" y="5326"/>
                    </a:cubicBezTo>
                    <a:cubicBezTo>
                      <a:pt x="1400" y="5326"/>
                      <a:pt x="1705" y="5102"/>
                      <a:pt x="1705" y="4789"/>
                    </a:cubicBezTo>
                    <a:cubicBezTo>
                      <a:pt x="1655" y="3482"/>
                      <a:pt x="2514" y="2312"/>
                      <a:pt x="3783" y="1964"/>
                    </a:cubicBezTo>
                    <a:cubicBezTo>
                      <a:pt x="4127" y="1860"/>
                      <a:pt x="4473" y="1815"/>
                      <a:pt x="4819" y="1815"/>
                    </a:cubicBezTo>
                    <a:cubicBezTo>
                      <a:pt x="5916" y="1815"/>
                      <a:pt x="7012" y="2261"/>
                      <a:pt x="8015" y="2649"/>
                    </a:cubicBezTo>
                    <a:cubicBezTo>
                      <a:pt x="8116" y="2689"/>
                      <a:pt x="8215" y="2708"/>
                      <a:pt x="8308" y="2708"/>
                    </a:cubicBezTo>
                    <a:cubicBezTo>
                      <a:pt x="9100" y="2708"/>
                      <a:pt x="9559" y="1381"/>
                      <a:pt x="8724" y="981"/>
                    </a:cubicBezTo>
                    <a:cubicBezTo>
                      <a:pt x="7572" y="427"/>
                      <a:pt x="6224" y="1"/>
                      <a:pt x="49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20"/>
              <p:cNvSpPr/>
              <p:nvPr/>
            </p:nvSpPr>
            <p:spPr>
              <a:xfrm>
                <a:off x="6106050" y="2649400"/>
                <a:ext cx="207775" cy="112125"/>
              </a:xfrm>
              <a:custGeom>
                <a:avLst/>
                <a:gdLst/>
                <a:ahLst/>
                <a:cxnLst/>
                <a:rect l="l" t="t" r="r" b="b"/>
                <a:pathLst>
                  <a:path w="8311" h="4485" extrusionOk="0">
                    <a:moveTo>
                      <a:pt x="3946" y="0"/>
                    </a:moveTo>
                    <a:cubicBezTo>
                      <a:pt x="2117" y="0"/>
                      <a:pt x="339" y="1052"/>
                      <a:pt x="45" y="3270"/>
                    </a:cubicBezTo>
                    <a:cubicBezTo>
                      <a:pt x="0" y="3626"/>
                      <a:pt x="287" y="3805"/>
                      <a:pt x="584" y="3805"/>
                    </a:cubicBezTo>
                    <a:cubicBezTo>
                      <a:pt x="786" y="3805"/>
                      <a:pt x="992" y="3723"/>
                      <a:pt x="1103" y="3557"/>
                    </a:cubicBezTo>
                    <a:cubicBezTo>
                      <a:pt x="1720" y="2625"/>
                      <a:pt x="2599" y="1802"/>
                      <a:pt x="3769" y="1802"/>
                    </a:cubicBezTo>
                    <a:cubicBezTo>
                      <a:pt x="3850" y="1802"/>
                      <a:pt x="3932" y="1806"/>
                      <a:pt x="4015" y="1814"/>
                    </a:cubicBezTo>
                    <a:cubicBezTo>
                      <a:pt x="5334" y="1926"/>
                      <a:pt x="5857" y="2959"/>
                      <a:pt x="6367" y="4005"/>
                    </a:cubicBezTo>
                    <a:cubicBezTo>
                      <a:pt x="6531" y="4336"/>
                      <a:pt x="6865" y="4484"/>
                      <a:pt x="7206" y="4484"/>
                    </a:cubicBezTo>
                    <a:cubicBezTo>
                      <a:pt x="7749" y="4484"/>
                      <a:pt x="8310" y="4110"/>
                      <a:pt x="8234" y="3507"/>
                    </a:cubicBezTo>
                    <a:cubicBezTo>
                      <a:pt x="7937" y="1217"/>
                      <a:pt x="5913" y="0"/>
                      <a:pt x="39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20"/>
              <p:cNvSpPr/>
              <p:nvPr/>
            </p:nvSpPr>
            <p:spPr>
              <a:xfrm>
                <a:off x="5985875" y="2547500"/>
                <a:ext cx="196600" cy="119575"/>
              </a:xfrm>
              <a:custGeom>
                <a:avLst/>
                <a:gdLst/>
                <a:ahLst/>
                <a:cxnLst/>
                <a:rect l="l" t="t" r="r" b="b"/>
                <a:pathLst>
                  <a:path w="7864" h="4783" extrusionOk="0">
                    <a:moveTo>
                      <a:pt x="6676" y="0"/>
                    </a:moveTo>
                    <a:cubicBezTo>
                      <a:pt x="6385" y="0"/>
                      <a:pt x="6110" y="143"/>
                      <a:pt x="5959" y="489"/>
                    </a:cubicBezTo>
                    <a:cubicBezTo>
                      <a:pt x="5511" y="1484"/>
                      <a:pt x="5213" y="2480"/>
                      <a:pt x="4043" y="2841"/>
                    </a:cubicBezTo>
                    <a:cubicBezTo>
                      <a:pt x="3801" y="2916"/>
                      <a:pt x="3561" y="2951"/>
                      <a:pt x="3325" y="2951"/>
                    </a:cubicBezTo>
                    <a:cubicBezTo>
                      <a:pt x="2432" y="2951"/>
                      <a:pt x="1601" y="2455"/>
                      <a:pt x="981" y="1796"/>
                    </a:cubicBezTo>
                    <a:cubicBezTo>
                      <a:pt x="888" y="1699"/>
                      <a:pt x="767" y="1657"/>
                      <a:pt x="645" y="1657"/>
                    </a:cubicBezTo>
                    <a:cubicBezTo>
                      <a:pt x="327" y="1657"/>
                      <a:pt x="0" y="1943"/>
                      <a:pt x="135" y="2293"/>
                    </a:cubicBezTo>
                    <a:cubicBezTo>
                      <a:pt x="706" y="3805"/>
                      <a:pt x="2143" y="4782"/>
                      <a:pt x="3730" y="4782"/>
                    </a:cubicBezTo>
                    <a:cubicBezTo>
                      <a:pt x="3908" y="4782"/>
                      <a:pt x="4087" y="4770"/>
                      <a:pt x="4267" y="4745"/>
                    </a:cubicBezTo>
                    <a:cubicBezTo>
                      <a:pt x="6022" y="4496"/>
                      <a:pt x="7864" y="2853"/>
                      <a:pt x="7764" y="974"/>
                    </a:cubicBezTo>
                    <a:cubicBezTo>
                      <a:pt x="7733" y="430"/>
                      <a:pt x="7180" y="0"/>
                      <a:pt x="66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9" name="Google Shape;139;p20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>
            <a:spLocks noGrp="1"/>
          </p:cNvSpPr>
          <p:nvPr>
            <p:ph type="body" idx="1"/>
          </p:nvPr>
        </p:nvSpPr>
        <p:spPr>
          <a:xfrm>
            <a:off x="715100" y="2701425"/>
            <a:ext cx="3322200" cy="190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title"/>
          </p:nvPr>
        </p:nvSpPr>
        <p:spPr>
          <a:xfrm>
            <a:off x="715100" y="1401575"/>
            <a:ext cx="3861000" cy="12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43" name="Google Shape;143;p21"/>
          <p:cNvGrpSpPr/>
          <p:nvPr/>
        </p:nvGrpSpPr>
        <p:grpSpPr>
          <a:xfrm>
            <a:off x="1732721" y="488125"/>
            <a:ext cx="7297676" cy="4510167"/>
            <a:chOff x="1732721" y="488125"/>
            <a:chExt cx="7297676" cy="4510167"/>
          </a:xfrm>
        </p:grpSpPr>
        <p:sp>
          <p:nvSpPr>
            <p:cNvPr id="144" name="Google Shape;144;p21"/>
            <p:cNvSpPr/>
            <p:nvPr/>
          </p:nvSpPr>
          <p:spPr>
            <a:xfrm rot="-453958">
              <a:off x="1754213" y="912715"/>
              <a:ext cx="952905" cy="389494"/>
            </a:xfrm>
            <a:custGeom>
              <a:avLst/>
              <a:gdLst/>
              <a:ahLst/>
              <a:cxnLst/>
              <a:rect l="l" t="t" r="r" b="b"/>
              <a:pathLst>
                <a:path w="20476" h="8369" extrusionOk="0">
                  <a:moveTo>
                    <a:pt x="5882" y="1"/>
                  </a:moveTo>
                  <a:cubicBezTo>
                    <a:pt x="3608" y="1"/>
                    <a:pt x="1540" y="1950"/>
                    <a:pt x="332" y="3806"/>
                  </a:cubicBezTo>
                  <a:cubicBezTo>
                    <a:pt x="1" y="4319"/>
                    <a:pt x="498" y="5035"/>
                    <a:pt x="1035" y="5035"/>
                  </a:cubicBezTo>
                  <a:cubicBezTo>
                    <a:pt x="1163" y="5035"/>
                    <a:pt x="1293" y="4994"/>
                    <a:pt x="1415" y="4901"/>
                  </a:cubicBezTo>
                  <a:cubicBezTo>
                    <a:pt x="2596" y="3993"/>
                    <a:pt x="3939" y="2749"/>
                    <a:pt x="5338" y="2749"/>
                  </a:cubicBezTo>
                  <a:cubicBezTo>
                    <a:pt x="5915" y="2749"/>
                    <a:pt x="6502" y="2960"/>
                    <a:pt x="7090" y="3495"/>
                  </a:cubicBezTo>
                  <a:cubicBezTo>
                    <a:pt x="8596" y="4876"/>
                    <a:pt x="9716" y="6345"/>
                    <a:pt x="11571" y="7328"/>
                  </a:cubicBezTo>
                  <a:cubicBezTo>
                    <a:pt x="12801" y="7983"/>
                    <a:pt x="14174" y="8368"/>
                    <a:pt x="15465" y="8368"/>
                  </a:cubicBezTo>
                  <a:cubicBezTo>
                    <a:pt x="17558" y="8368"/>
                    <a:pt x="19438" y="7356"/>
                    <a:pt x="20146" y="4839"/>
                  </a:cubicBezTo>
                  <a:cubicBezTo>
                    <a:pt x="20476" y="3670"/>
                    <a:pt x="19533" y="2911"/>
                    <a:pt x="18603" y="2911"/>
                  </a:cubicBezTo>
                  <a:cubicBezTo>
                    <a:pt x="17988" y="2911"/>
                    <a:pt x="17379" y="3242"/>
                    <a:pt x="17146" y="4005"/>
                  </a:cubicBezTo>
                  <a:cubicBezTo>
                    <a:pt x="16812" y="5110"/>
                    <a:pt x="16204" y="5538"/>
                    <a:pt x="15447" y="5538"/>
                  </a:cubicBezTo>
                  <a:cubicBezTo>
                    <a:pt x="13026" y="5538"/>
                    <a:pt x="9084" y="1141"/>
                    <a:pt x="7738" y="458"/>
                  </a:cubicBezTo>
                  <a:cubicBezTo>
                    <a:pt x="7113" y="140"/>
                    <a:pt x="6490" y="1"/>
                    <a:pt x="58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1"/>
            <p:cNvSpPr/>
            <p:nvPr/>
          </p:nvSpPr>
          <p:spPr>
            <a:xfrm rot="1124762">
              <a:off x="4799425" y="1001751"/>
              <a:ext cx="3771343" cy="3482916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Google Shape;147;p22"/>
          <p:cNvGrpSpPr/>
          <p:nvPr/>
        </p:nvGrpSpPr>
        <p:grpSpPr>
          <a:xfrm>
            <a:off x="458401" y="470495"/>
            <a:ext cx="8399091" cy="4494762"/>
            <a:chOff x="458401" y="470495"/>
            <a:chExt cx="8399091" cy="4494762"/>
          </a:xfrm>
        </p:grpSpPr>
        <p:sp>
          <p:nvSpPr>
            <p:cNvPr id="148" name="Google Shape;148;p22"/>
            <p:cNvSpPr/>
            <p:nvPr/>
          </p:nvSpPr>
          <p:spPr>
            <a:xfrm rot="-1274828">
              <a:off x="3792449" y="723586"/>
              <a:ext cx="1559101" cy="865202"/>
            </a:xfrm>
            <a:custGeom>
              <a:avLst/>
              <a:gdLst/>
              <a:ahLst/>
              <a:cxnLst/>
              <a:rect l="l" t="t" r="r" b="b"/>
              <a:pathLst>
                <a:path w="20204" h="11211" extrusionOk="0">
                  <a:moveTo>
                    <a:pt x="3442" y="1"/>
                  </a:moveTo>
                  <a:cubicBezTo>
                    <a:pt x="3180" y="1"/>
                    <a:pt x="2914" y="96"/>
                    <a:pt x="2729" y="264"/>
                  </a:cubicBezTo>
                  <a:cubicBezTo>
                    <a:pt x="1783" y="1086"/>
                    <a:pt x="962" y="2044"/>
                    <a:pt x="290" y="3102"/>
                  </a:cubicBezTo>
                  <a:cubicBezTo>
                    <a:pt x="0" y="3578"/>
                    <a:pt x="432" y="4089"/>
                    <a:pt x="887" y="4089"/>
                  </a:cubicBezTo>
                  <a:cubicBezTo>
                    <a:pt x="1038" y="4089"/>
                    <a:pt x="1192" y="4032"/>
                    <a:pt x="1323" y="3898"/>
                  </a:cubicBezTo>
                  <a:cubicBezTo>
                    <a:pt x="1833" y="3351"/>
                    <a:pt x="2393" y="2840"/>
                    <a:pt x="2978" y="2367"/>
                  </a:cubicBezTo>
                  <a:cubicBezTo>
                    <a:pt x="3463" y="3537"/>
                    <a:pt x="3974" y="4682"/>
                    <a:pt x="4471" y="5840"/>
                  </a:cubicBezTo>
                  <a:cubicBezTo>
                    <a:pt x="4602" y="6159"/>
                    <a:pt x="4965" y="6322"/>
                    <a:pt x="5314" y="6322"/>
                  </a:cubicBezTo>
                  <a:cubicBezTo>
                    <a:pt x="5496" y="6322"/>
                    <a:pt x="5675" y="6278"/>
                    <a:pt x="5816" y="6188"/>
                  </a:cubicBezTo>
                  <a:lnTo>
                    <a:pt x="8354" y="4633"/>
                  </a:lnTo>
                  <a:cubicBezTo>
                    <a:pt x="8529" y="5802"/>
                    <a:pt x="8765" y="6960"/>
                    <a:pt x="9051" y="8105"/>
                  </a:cubicBezTo>
                  <a:cubicBezTo>
                    <a:pt x="9169" y="8531"/>
                    <a:pt x="9610" y="8844"/>
                    <a:pt x="10052" y="8844"/>
                  </a:cubicBezTo>
                  <a:cubicBezTo>
                    <a:pt x="10218" y="8844"/>
                    <a:pt x="10383" y="8800"/>
                    <a:pt x="10532" y="8702"/>
                  </a:cubicBezTo>
                  <a:cubicBezTo>
                    <a:pt x="11466" y="8055"/>
                    <a:pt x="12437" y="7458"/>
                    <a:pt x="13432" y="6923"/>
                  </a:cubicBezTo>
                  <a:cubicBezTo>
                    <a:pt x="13644" y="8105"/>
                    <a:pt x="13880" y="9275"/>
                    <a:pt x="14154" y="10445"/>
                  </a:cubicBezTo>
                  <a:cubicBezTo>
                    <a:pt x="14254" y="10870"/>
                    <a:pt x="14729" y="11210"/>
                    <a:pt x="15177" y="11210"/>
                  </a:cubicBezTo>
                  <a:cubicBezTo>
                    <a:pt x="15345" y="11210"/>
                    <a:pt x="15509" y="11163"/>
                    <a:pt x="15648" y="11054"/>
                  </a:cubicBezTo>
                  <a:lnTo>
                    <a:pt x="19257" y="8267"/>
                  </a:lnTo>
                  <a:cubicBezTo>
                    <a:pt x="20204" y="7546"/>
                    <a:pt x="19618" y="6365"/>
                    <a:pt x="18733" y="6365"/>
                  </a:cubicBezTo>
                  <a:cubicBezTo>
                    <a:pt x="18502" y="6365"/>
                    <a:pt x="18250" y="6445"/>
                    <a:pt x="18000" y="6636"/>
                  </a:cubicBezTo>
                  <a:lnTo>
                    <a:pt x="15784" y="8379"/>
                  </a:lnTo>
                  <a:cubicBezTo>
                    <a:pt x="15548" y="7296"/>
                    <a:pt x="15336" y="6201"/>
                    <a:pt x="15162" y="5105"/>
                  </a:cubicBezTo>
                  <a:cubicBezTo>
                    <a:pt x="15092" y="4621"/>
                    <a:pt x="14641" y="4392"/>
                    <a:pt x="14203" y="4392"/>
                  </a:cubicBezTo>
                  <a:cubicBezTo>
                    <a:pt x="14022" y="4392"/>
                    <a:pt x="13843" y="4432"/>
                    <a:pt x="13694" y="4508"/>
                  </a:cubicBezTo>
                  <a:cubicBezTo>
                    <a:pt x="12648" y="5031"/>
                    <a:pt x="11653" y="5591"/>
                    <a:pt x="10669" y="6201"/>
                  </a:cubicBezTo>
                  <a:cubicBezTo>
                    <a:pt x="10445" y="5130"/>
                    <a:pt x="10271" y="4048"/>
                    <a:pt x="10159" y="2965"/>
                  </a:cubicBezTo>
                  <a:cubicBezTo>
                    <a:pt x="10102" y="2415"/>
                    <a:pt x="9662" y="1944"/>
                    <a:pt x="9142" y="1944"/>
                  </a:cubicBezTo>
                  <a:cubicBezTo>
                    <a:pt x="8980" y="1944"/>
                    <a:pt x="8809" y="1990"/>
                    <a:pt x="8641" y="2094"/>
                  </a:cubicBezTo>
                  <a:cubicBezTo>
                    <a:pt x="7682" y="2691"/>
                    <a:pt x="6724" y="3301"/>
                    <a:pt x="5766" y="3898"/>
                  </a:cubicBezTo>
                  <a:cubicBezTo>
                    <a:pt x="5255" y="2753"/>
                    <a:pt x="4745" y="1596"/>
                    <a:pt x="4223" y="463"/>
                  </a:cubicBezTo>
                  <a:cubicBezTo>
                    <a:pt x="4072" y="142"/>
                    <a:pt x="3760" y="1"/>
                    <a:pt x="3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2"/>
            <p:cNvSpPr/>
            <p:nvPr/>
          </p:nvSpPr>
          <p:spPr>
            <a:xfrm>
              <a:off x="859744" y="3247549"/>
              <a:ext cx="1848461" cy="1495244"/>
            </a:xfrm>
            <a:custGeom>
              <a:avLst/>
              <a:gdLst/>
              <a:ahLst/>
              <a:cxnLst/>
              <a:rect l="l" t="t" r="r" b="b"/>
              <a:pathLst>
                <a:path w="33189" h="26847" extrusionOk="0">
                  <a:moveTo>
                    <a:pt x="16061" y="1"/>
                  </a:moveTo>
                  <a:cubicBezTo>
                    <a:pt x="15057" y="1"/>
                    <a:pt x="14022" y="656"/>
                    <a:pt x="13802" y="1680"/>
                  </a:cubicBezTo>
                  <a:cubicBezTo>
                    <a:pt x="13068" y="5028"/>
                    <a:pt x="12607" y="8463"/>
                    <a:pt x="12060" y="11848"/>
                  </a:cubicBezTo>
                  <a:cubicBezTo>
                    <a:pt x="11823" y="13416"/>
                    <a:pt x="11599" y="14984"/>
                    <a:pt x="11375" y="16565"/>
                  </a:cubicBezTo>
                  <a:cubicBezTo>
                    <a:pt x="11114" y="15694"/>
                    <a:pt x="10840" y="14822"/>
                    <a:pt x="10579" y="13951"/>
                  </a:cubicBezTo>
                  <a:cubicBezTo>
                    <a:pt x="9770" y="11139"/>
                    <a:pt x="9235" y="8226"/>
                    <a:pt x="8363" y="5439"/>
                  </a:cubicBezTo>
                  <a:cubicBezTo>
                    <a:pt x="8081" y="4455"/>
                    <a:pt x="7182" y="3800"/>
                    <a:pt x="6181" y="3800"/>
                  </a:cubicBezTo>
                  <a:cubicBezTo>
                    <a:pt x="6079" y="3800"/>
                    <a:pt x="5977" y="3807"/>
                    <a:pt x="5874" y="3821"/>
                  </a:cubicBezTo>
                  <a:cubicBezTo>
                    <a:pt x="4879" y="3970"/>
                    <a:pt x="3759" y="4903"/>
                    <a:pt x="3908" y="6048"/>
                  </a:cubicBezTo>
                  <a:cubicBezTo>
                    <a:pt x="4306" y="9110"/>
                    <a:pt x="5289" y="12209"/>
                    <a:pt x="6310" y="15134"/>
                  </a:cubicBezTo>
                  <a:cubicBezTo>
                    <a:pt x="6808" y="16527"/>
                    <a:pt x="7330" y="17934"/>
                    <a:pt x="7928" y="19278"/>
                  </a:cubicBezTo>
                  <a:cubicBezTo>
                    <a:pt x="8003" y="19440"/>
                    <a:pt x="8077" y="19614"/>
                    <a:pt x="8152" y="19776"/>
                  </a:cubicBezTo>
                  <a:cubicBezTo>
                    <a:pt x="7604" y="19340"/>
                    <a:pt x="7119" y="18830"/>
                    <a:pt x="6683" y="18282"/>
                  </a:cubicBezTo>
                  <a:cubicBezTo>
                    <a:pt x="5028" y="16154"/>
                    <a:pt x="4157" y="13565"/>
                    <a:pt x="2365" y="11537"/>
                  </a:cubicBezTo>
                  <a:cubicBezTo>
                    <a:pt x="2137" y="11278"/>
                    <a:pt x="1869" y="11170"/>
                    <a:pt x="1604" y="11170"/>
                  </a:cubicBezTo>
                  <a:cubicBezTo>
                    <a:pt x="1003" y="11170"/>
                    <a:pt x="418" y="11731"/>
                    <a:pt x="349" y="12371"/>
                  </a:cubicBezTo>
                  <a:cubicBezTo>
                    <a:pt x="0" y="15631"/>
                    <a:pt x="1531" y="18942"/>
                    <a:pt x="3497" y="21468"/>
                  </a:cubicBezTo>
                  <a:cubicBezTo>
                    <a:pt x="5725" y="24318"/>
                    <a:pt x="8911" y="25949"/>
                    <a:pt x="12446" y="26534"/>
                  </a:cubicBezTo>
                  <a:cubicBezTo>
                    <a:pt x="13698" y="26742"/>
                    <a:pt x="15004" y="26847"/>
                    <a:pt x="16330" y="26847"/>
                  </a:cubicBezTo>
                  <a:cubicBezTo>
                    <a:pt x="21910" y="26847"/>
                    <a:pt x="27855" y="24986"/>
                    <a:pt x="31736" y="21095"/>
                  </a:cubicBezTo>
                  <a:cubicBezTo>
                    <a:pt x="33189" y="19622"/>
                    <a:pt x="31850" y="17107"/>
                    <a:pt x="30119" y="17107"/>
                  </a:cubicBezTo>
                  <a:cubicBezTo>
                    <a:pt x="29743" y="17107"/>
                    <a:pt x="29349" y="17225"/>
                    <a:pt x="28961" y="17498"/>
                  </a:cubicBezTo>
                  <a:cubicBezTo>
                    <a:pt x="26634" y="19129"/>
                    <a:pt x="24468" y="20635"/>
                    <a:pt x="21718" y="21443"/>
                  </a:cubicBezTo>
                  <a:cubicBezTo>
                    <a:pt x="20834" y="21705"/>
                    <a:pt x="19938" y="21904"/>
                    <a:pt x="19029" y="22041"/>
                  </a:cubicBezTo>
                  <a:cubicBezTo>
                    <a:pt x="19863" y="21120"/>
                    <a:pt x="20685" y="20174"/>
                    <a:pt x="21494" y="19228"/>
                  </a:cubicBezTo>
                  <a:cubicBezTo>
                    <a:pt x="23584" y="16776"/>
                    <a:pt x="25588" y="14287"/>
                    <a:pt x="27542" y="11748"/>
                  </a:cubicBezTo>
                  <a:cubicBezTo>
                    <a:pt x="28314" y="10753"/>
                    <a:pt x="27704" y="9147"/>
                    <a:pt x="26721" y="8575"/>
                  </a:cubicBezTo>
                  <a:cubicBezTo>
                    <a:pt x="26347" y="8355"/>
                    <a:pt x="25969" y="8256"/>
                    <a:pt x="25602" y="8256"/>
                  </a:cubicBezTo>
                  <a:cubicBezTo>
                    <a:pt x="24807" y="8256"/>
                    <a:pt x="24067" y="8719"/>
                    <a:pt x="23547" y="9409"/>
                  </a:cubicBezTo>
                  <a:cubicBezTo>
                    <a:pt x="21755" y="11786"/>
                    <a:pt x="19925" y="14150"/>
                    <a:pt x="18059" y="16478"/>
                  </a:cubicBezTo>
                  <a:cubicBezTo>
                    <a:pt x="17138" y="17623"/>
                    <a:pt x="16217" y="18768"/>
                    <a:pt x="15296" y="19925"/>
                  </a:cubicBezTo>
                  <a:lnTo>
                    <a:pt x="15246" y="19987"/>
                  </a:lnTo>
                  <a:cubicBezTo>
                    <a:pt x="15370" y="19241"/>
                    <a:pt x="15470" y="18481"/>
                    <a:pt x="15594" y="17760"/>
                  </a:cubicBezTo>
                  <a:cubicBezTo>
                    <a:pt x="15881" y="16104"/>
                    <a:pt x="16179" y="14449"/>
                    <a:pt x="16453" y="12806"/>
                  </a:cubicBezTo>
                  <a:cubicBezTo>
                    <a:pt x="17026" y="9496"/>
                    <a:pt x="17735" y="6210"/>
                    <a:pt x="18233" y="2900"/>
                  </a:cubicBezTo>
                  <a:cubicBezTo>
                    <a:pt x="18419" y="1680"/>
                    <a:pt x="17922" y="435"/>
                    <a:pt x="16627" y="75"/>
                  </a:cubicBezTo>
                  <a:cubicBezTo>
                    <a:pt x="16444" y="25"/>
                    <a:pt x="16253" y="1"/>
                    <a:pt x="160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2"/>
            <p:cNvSpPr/>
            <p:nvPr/>
          </p:nvSpPr>
          <p:spPr>
            <a:xfrm>
              <a:off x="458401" y="3863148"/>
              <a:ext cx="1134006" cy="802175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1" name="Google Shape;151;p22"/>
            <p:cNvGrpSpPr/>
            <p:nvPr/>
          </p:nvGrpSpPr>
          <p:grpSpPr>
            <a:xfrm rot="375732" flipH="1">
              <a:off x="7289101" y="3547823"/>
              <a:ext cx="1499802" cy="1339633"/>
              <a:chOff x="287900" y="3991175"/>
              <a:chExt cx="844150" cy="754000"/>
            </a:xfrm>
          </p:grpSpPr>
          <p:sp>
            <p:nvSpPr>
              <p:cNvPr id="152" name="Google Shape;152;p22"/>
              <p:cNvSpPr/>
              <p:nvPr/>
            </p:nvSpPr>
            <p:spPr>
              <a:xfrm>
                <a:off x="287900" y="3991175"/>
                <a:ext cx="844150" cy="754000"/>
              </a:xfrm>
              <a:custGeom>
                <a:avLst/>
                <a:gdLst/>
                <a:ahLst/>
                <a:cxnLst/>
                <a:rect l="l" t="t" r="r" b="b"/>
                <a:pathLst>
                  <a:path w="33766" h="30160" extrusionOk="0">
                    <a:moveTo>
                      <a:pt x="16435" y="1"/>
                    </a:moveTo>
                    <a:cubicBezTo>
                      <a:pt x="14164" y="1"/>
                      <a:pt x="11874" y="431"/>
                      <a:pt x="9782" y="1149"/>
                    </a:cubicBezTo>
                    <a:cubicBezTo>
                      <a:pt x="4829" y="2855"/>
                      <a:pt x="1867" y="7298"/>
                      <a:pt x="971" y="12301"/>
                    </a:cubicBezTo>
                    <a:cubicBezTo>
                      <a:pt x="0" y="17640"/>
                      <a:pt x="1880" y="22929"/>
                      <a:pt x="3709" y="27870"/>
                    </a:cubicBezTo>
                    <a:cubicBezTo>
                      <a:pt x="4300" y="29486"/>
                      <a:pt x="5522" y="30160"/>
                      <a:pt x="6800" y="30160"/>
                    </a:cubicBezTo>
                    <a:cubicBezTo>
                      <a:pt x="9233" y="30160"/>
                      <a:pt x="11871" y="27715"/>
                      <a:pt x="10753" y="24672"/>
                    </a:cubicBezTo>
                    <a:cubicBezTo>
                      <a:pt x="9384" y="20950"/>
                      <a:pt x="7169" y="14479"/>
                      <a:pt x="9484" y="10733"/>
                    </a:cubicBezTo>
                    <a:lnTo>
                      <a:pt x="9484" y="10733"/>
                    </a:lnTo>
                    <a:cubicBezTo>
                      <a:pt x="9720" y="11952"/>
                      <a:pt x="10081" y="13159"/>
                      <a:pt x="10380" y="14317"/>
                    </a:cubicBezTo>
                    <a:cubicBezTo>
                      <a:pt x="11002" y="16706"/>
                      <a:pt x="11624" y="19096"/>
                      <a:pt x="12247" y="21473"/>
                    </a:cubicBezTo>
                    <a:cubicBezTo>
                      <a:pt x="12727" y="23294"/>
                      <a:pt x="14180" y="24703"/>
                      <a:pt x="16056" y="24703"/>
                    </a:cubicBezTo>
                    <a:cubicBezTo>
                      <a:pt x="16270" y="24703"/>
                      <a:pt x="16490" y="24685"/>
                      <a:pt x="16715" y="24647"/>
                    </a:cubicBezTo>
                    <a:cubicBezTo>
                      <a:pt x="18619" y="24323"/>
                      <a:pt x="20436" y="22220"/>
                      <a:pt x="19888" y="20191"/>
                    </a:cubicBezTo>
                    <a:cubicBezTo>
                      <a:pt x="19204" y="17665"/>
                      <a:pt x="18507" y="15151"/>
                      <a:pt x="17822" y="12637"/>
                    </a:cubicBezTo>
                    <a:cubicBezTo>
                      <a:pt x="17374" y="11019"/>
                      <a:pt x="16976" y="9289"/>
                      <a:pt x="16292" y="7708"/>
                    </a:cubicBezTo>
                    <a:cubicBezTo>
                      <a:pt x="18221" y="7708"/>
                      <a:pt x="20025" y="8331"/>
                      <a:pt x="21444" y="9936"/>
                    </a:cubicBezTo>
                    <a:cubicBezTo>
                      <a:pt x="23995" y="12836"/>
                      <a:pt x="25626" y="17665"/>
                      <a:pt x="29310" y="19220"/>
                    </a:cubicBezTo>
                    <a:cubicBezTo>
                      <a:pt x="29657" y="19364"/>
                      <a:pt x="30000" y="19430"/>
                      <a:pt x="30330" y="19430"/>
                    </a:cubicBezTo>
                    <a:cubicBezTo>
                      <a:pt x="31797" y="19430"/>
                      <a:pt x="33013" y="18137"/>
                      <a:pt x="33267" y="16694"/>
                    </a:cubicBezTo>
                    <a:cubicBezTo>
                      <a:pt x="33765" y="13819"/>
                      <a:pt x="31600" y="10994"/>
                      <a:pt x="30106" y="8716"/>
                    </a:cubicBezTo>
                    <a:cubicBezTo>
                      <a:pt x="28613" y="6426"/>
                      <a:pt x="26945" y="4136"/>
                      <a:pt x="24730" y="2506"/>
                    </a:cubicBezTo>
                    <a:cubicBezTo>
                      <a:pt x="22321" y="731"/>
                      <a:pt x="19395" y="1"/>
                      <a:pt x="1643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22"/>
              <p:cNvSpPr/>
              <p:nvPr/>
            </p:nvSpPr>
            <p:spPr>
              <a:xfrm>
                <a:off x="620400" y="4028875"/>
                <a:ext cx="148225" cy="105325"/>
              </a:xfrm>
              <a:custGeom>
                <a:avLst/>
                <a:gdLst/>
                <a:ahLst/>
                <a:cxnLst/>
                <a:rect l="l" t="t" r="r" b="b"/>
                <a:pathLst>
                  <a:path w="5929" h="4213" extrusionOk="0">
                    <a:moveTo>
                      <a:pt x="4717" y="1"/>
                    </a:moveTo>
                    <a:cubicBezTo>
                      <a:pt x="4578" y="1"/>
                      <a:pt x="4448" y="104"/>
                      <a:pt x="4448" y="264"/>
                    </a:cubicBezTo>
                    <a:cubicBezTo>
                      <a:pt x="4485" y="1123"/>
                      <a:pt x="4249" y="2205"/>
                      <a:pt x="3440" y="2653"/>
                    </a:cubicBezTo>
                    <a:cubicBezTo>
                      <a:pt x="3182" y="2792"/>
                      <a:pt x="2947" y="2849"/>
                      <a:pt x="2725" y="2849"/>
                    </a:cubicBezTo>
                    <a:cubicBezTo>
                      <a:pt x="2111" y="2849"/>
                      <a:pt x="1605" y="2409"/>
                      <a:pt x="1038" y="2043"/>
                    </a:cubicBezTo>
                    <a:cubicBezTo>
                      <a:pt x="949" y="1988"/>
                      <a:pt x="852" y="1963"/>
                      <a:pt x="756" y="1963"/>
                    </a:cubicBezTo>
                    <a:cubicBezTo>
                      <a:pt x="377" y="1963"/>
                      <a:pt x="0" y="2344"/>
                      <a:pt x="129" y="2740"/>
                    </a:cubicBezTo>
                    <a:cubicBezTo>
                      <a:pt x="482" y="3734"/>
                      <a:pt x="1561" y="4213"/>
                      <a:pt x="2612" y="4213"/>
                    </a:cubicBezTo>
                    <a:cubicBezTo>
                      <a:pt x="3154" y="4213"/>
                      <a:pt x="3688" y="4085"/>
                      <a:pt x="4112" y="3836"/>
                    </a:cubicBezTo>
                    <a:cubicBezTo>
                      <a:pt x="5418" y="3076"/>
                      <a:pt x="5929" y="1235"/>
                      <a:pt x="4908" y="77"/>
                    </a:cubicBezTo>
                    <a:cubicBezTo>
                      <a:pt x="4852" y="25"/>
                      <a:pt x="4783" y="1"/>
                      <a:pt x="471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22"/>
              <p:cNvSpPr/>
              <p:nvPr/>
            </p:nvSpPr>
            <p:spPr>
              <a:xfrm>
                <a:off x="373100" y="4136425"/>
                <a:ext cx="133850" cy="104750"/>
              </a:xfrm>
              <a:custGeom>
                <a:avLst/>
                <a:gdLst/>
                <a:ahLst/>
                <a:cxnLst/>
                <a:rect l="l" t="t" r="r" b="b"/>
                <a:pathLst>
                  <a:path w="5354" h="4190" extrusionOk="0">
                    <a:moveTo>
                      <a:pt x="4020" y="0"/>
                    </a:moveTo>
                    <a:cubicBezTo>
                      <a:pt x="3718" y="0"/>
                      <a:pt x="3408" y="242"/>
                      <a:pt x="3425" y="567"/>
                    </a:cubicBezTo>
                    <a:cubicBezTo>
                      <a:pt x="3462" y="1413"/>
                      <a:pt x="3661" y="2247"/>
                      <a:pt x="2790" y="2782"/>
                    </a:cubicBezTo>
                    <a:cubicBezTo>
                      <a:pt x="2541" y="2930"/>
                      <a:pt x="2262" y="2992"/>
                      <a:pt x="1978" y="2992"/>
                    </a:cubicBezTo>
                    <a:cubicBezTo>
                      <a:pt x="1425" y="2992"/>
                      <a:pt x="849" y="2758"/>
                      <a:pt x="413" y="2471"/>
                    </a:cubicBezTo>
                    <a:cubicBezTo>
                      <a:pt x="372" y="2448"/>
                      <a:pt x="329" y="2437"/>
                      <a:pt x="289" y="2437"/>
                    </a:cubicBezTo>
                    <a:cubicBezTo>
                      <a:pt x="133" y="2437"/>
                      <a:pt x="0" y="2589"/>
                      <a:pt x="40" y="2757"/>
                    </a:cubicBezTo>
                    <a:cubicBezTo>
                      <a:pt x="364" y="3687"/>
                      <a:pt x="1267" y="4190"/>
                      <a:pt x="2192" y="4190"/>
                    </a:cubicBezTo>
                    <a:cubicBezTo>
                      <a:pt x="2616" y="4190"/>
                      <a:pt x="3045" y="4084"/>
                      <a:pt x="3425" y="3865"/>
                    </a:cubicBezTo>
                    <a:cubicBezTo>
                      <a:pt x="4607" y="3205"/>
                      <a:pt x="5354" y="1288"/>
                      <a:pt x="4396" y="168"/>
                    </a:cubicBezTo>
                    <a:cubicBezTo>
                      <a:pt x="4294" y="51"/>
                      <a:pt x="4158" y="0"/>
                      <a:pt x="40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22"/>
              <p:cNvSpPr/>
              <p:nvPr/>
            </p:nvSpPr>
            <p:spPr>
              <a:xfrm>
                <a:off x="587225" y="4215075"/>
                <a:ext cx="76000" cy="69275"/>
              </a:xfrm>
              <a:custGeom>
                <a:avLst/>
                <a:gdLst/>
                <a:ahLst/>
                <a:cxnLst/>
                <a:rect l="l" t="t" r="r" b="b"/>
                <a:pathLst>
                  <a:path w="3040" h="2771" extrusionOk="0">
                    <a:moveTo>
                      <a:pt x="985" y="0"/>
                    </a:moveTo>
                    <a:cubicBezTo>
                      <a:pt x="706" y="0"/>
                      <a:pt x="411" y="237"/>
                      <a:pt x="535" y="569"/>
                    </a:cubicBezTo>
                    <a:cubicBezTo>
                      <a:pt x="585" y="731"/>
                      <a:pt x="647" y="905"/>
                      <a:pt x="709" y="1080"/>
                    </a:cubicBezTo>
                    <a:lnTo>
                      <a:pt x="249" y="1266"/>
                    </a:lnTo>
                    <a:cubicBezTo>
                      <a:pt x="1" y="1361"/>
                      <a:pt x="22" y="1780"/>
                      <a:pt x="290" y="1780"/>
                    </a:cubicBezTo>
                    <a:cubicBezTo>
                      <a:pt x="305" y="1780"/>
                      <a:pt x="320" y="1779"/>
                      <a:pt x="336" y="1777"/>
                    </a:cubicBezTo>
                    <a:cubicBezTo>
                      <a:pt x="535" y="1739"/>
                      <a:pt x="722" y="1689"/>
                      <a:pt x="921" y="1640"/>
                    </a:cubicBezTo>
                    <a:cubicBezTo>
                      <a:pt x="1045" y="2001"/>
                      <a:pt x="1207" y="2337"/>
                      <a:pt x="1394" y="2660"/>
                    </a:cubicBezTo>
                    <a:cubicBezTo>
                      <a:pt x="1452" y="2736"/>
                      <a:pt x="1534" y="2770"/>
                      <a:pt x="1616" y="2770"/>
                    </a:cubicBezTo>
                    <a:cubicBezTo>
                      <a:pt x="1761" y="2770"/>
                      <a:pt x="1904" y="2661"/>
                      <a:pt x="1904" y="2486"/>
                    </a:cubicBezTo>
                    <a:cubicBezTo>
                      <a:pt x="1867" y="2125"/>
                      <a:pt x="1805" y="1764"/>
                      <a:pt x="1705" y="1416"/>
                    </a:cubicBezTo>
                    <a:cubicBezTo>
                      <a:pt x="2004" y="1316"/>
                      <a:pt x="2290" y="1204"/>
                      <a:pt x="2576" y="1080"/>
                    </a:cubicBezTo>
                    <a:cubicBezTo>
                      <a:pt x="3039" y="890"/>
                      <a:pt x="2835" y="292"/>
                      <a:pt x="2452" y="292"/>
                    </a:cubicBezTo>
                    <a:cubicBezTo>
                      <a:pt x="2382" y="292"/>
                      <a:pt x="2307" y="312"/>
                      <a:pt x="2228" y="358"/>
                    </a:cubicBezTo>
                    <a:cubicBezTo>
                      <a:pt x="1991" y="495"/>
                      <a:pt x="1742" y="619"/>
                      <a:pt x="1506" y="731"/>
                    </a:cubicBezTo>
                    <a:cubicBezTo>
                      <a:pt x="1456" y="582"/>
                      <a:pt x="1419" y="445"/>
                      <a:pt x="1381" y="296"/>
                    </a:cubicBezTo>
                    <a:cubicBezTo>
                      <a:pt x="1320" y="88"/>
                      <a:pt x="1155" y="0"/>
                      <a:pt x="9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22"/>
              <p:cNvSpPr/>
              <p:nvPr/>
            </p:nvSpPr>
            <p:spPr>
              <a:xfrm>
                <a:off x="585975" y="4363225"/>
                <a:ext cx="171725" cy="1261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5044" extrusionOk="0">
                    <a:moveTo>
                      <a:pt x="3651" y="0"/>
                    </a:moveTo>
                    <a:cubicBezTo>
                      <a:pt x="3000" y="0"/>
                      <a:pt x="2348" y="193"/>
                      <a:pt x="1780" y="617"/>
                    </a:cubicBezTo>
                    <a:cubicBezTo>
                      <a:pt x="523" y="1563"/>
                      <a:pt x="0" y="3753"/>
                      <a:pt x="1220" y="4948"/>
                    </a:cubicBezTo>
                    <a:cubicBezTo>
                      <a:pt x="1286" y="5015"/>
                      <a:pt x="1372" y="5044"/>
                      <a:pt x="1461" y="5044"/>
                    </a:cubicBezTo>
                    <a:cubicBezTo>
                      <a:pt x="1686" y="5044"/>
                      <a:pt x="1924" y="4854"/>
                      <a:pt x="1879" y="4612"/>
                    </a:cubicBezTo>
                    <a:cubicBezTo>
                      <a:pt x="1705" y="3617"/>
                      <a:pt x="1631" y="2571"/>
                      <a:pt x="2502" y="1837"/>
                    </a:cubicBezTo>
                    <a:cubicBezTo>
                      <a:pt x="2828" y="1561"/>
                      <a:pt x="3238" y="1434"/>
                      <a:pt x="3653" y="1434"/>
                    </a:cubicBezTo>
                    <a:cubicBezTo>
                      <a:pt x="4250" y="1434"/>
                      <a:pt x="4858" y="1698"/>
                      <a:pt x="5240" y="2160"/>
                    </a:cubicBezTo>
                    <a:cubicBezTo>
                      <a:pt x="5403" y="2358"/>
                      <a:pt x="5611" y="2440"/>
                      <a:pt x="5815" y="2440"/>
                    </a:cubicBezTo>
                    <a:cubicBezTo>
                      <a:pt x="6356" y="2440"/>
                      <a:pt x="6869" y="1860"/>
                      <a:pt x="6434" y="1327"/>
                    </a:cubicBezTo>
                    <a:cubicBezTo>
                      <a:pt x="5744" y="498"/>
                      <a:pt x="4698" y="0"/>
                      <a:pt x="36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7" name="Google Shape;157;p22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 txBox="1">
            <a:spLocks noGrp="1"/>
          </p:cNvSpPr>
          <p:nvPr>
            <p:ph type="title"/>
          </p:nvPr>
        </p:nvSpPr>
        <p:spPr>
          <a:xfrm>
            <a:off x="720000" y="11902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0" name="Google Shape;160;p23"/>
          <p:cNvSpPr txBox="1">
            <a:spLocks noGrp="1"/>
          </p:cNvSpPr>
          <p:nvPr>
            <p:ph type="subTitle" idx="1"/>
          </p:nvPr>
        </p:nvSpPr>
        <p:spPr>
          <a:xfrm>
            <a:off x="2356725" y="2171550"/>
            <a:ext cx="44307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1" name="Google Shape;161;p23"/>
          <p:cNvGrpSpPr/>
          <p:nvPr/>
        </p:nvGrpSpPr>
        <p:grpSpPr>
          <a:xfrm>
            <a:off x="515512" y="282252"/>
            <a:ext cx="7991645" cy="4509410"/>
            <a:chOff x="515512" y="282252"/>
            <a:chExt cx="7991645" cy="4509410"/>
          </a:xfrm>
        </p:grpSpPr>
        <p:sp>
          <p:nvSpPr>
            <p:cNvPr id="162" name="Google Shape;162;p23"/>
            <p:cNvSpPr/>
            <p:nvPr/>
          </p:nvSpPr>
          <p:spPr>
            <a:xfrm rot="-1274837">
              <a:off x="3920366" y="493850"/>
              <a:ext cx="1303470" cy="723319"/>
            </a:xfrm>
            <a:custGeom>
              <a:avLst/>
              <a:gdLst/>
              <a:ahLst/>
              <a:cxnLst/>
              <a:rect l="l" t="t" r="r" b="b"/>
              <a:pathLst>
                <a:path w="20204" h="11211" extrusionOk="0">
                  <a:moveTo>
                    <a:pt x="3442" y="1"/>
                  </a:moveTo>
                  <a:cubicBezTo>
                    <a:pt x="3180" y="1"/>
                    <a:pt x="2914" y="96"/>
                    <a:pt x="2729" y="264"/>
                  </a:cubicBezTo>
                  <a:cubicBezTo>
                    <a:pt x="1783" y="1086"/>
                    <a:pt x="962" y="2044"/>
                    <a:pt x="290" y="3102"/>
                  </a:cubicBezTo>
                  <a:cubicBezTo>
                    <a:pt x="0" y="3578"/>
                    <a:pt x="432" y="4089"/>
                    <a:pt x="887" y="4089"/>
                  </a:cubicBezTo>
                  <a:cubicBezTo>
                    <a:pt x="1038" y="4089"/>
                    <a:pt x="1192" y="4032"/>
                    <a:pt x="1323" y="3898"/>
                  </a:cubicBezTo>
                  <a:cubicBezTo>
                    <a:pt x="1833" y="3351"/>
                    <a:pt x="2393" y="2840"/>
                    <a:pt x="2978" y="2367"/>
                  </a:cubicBezTo>
                  <a:cubicBezTo>
                    <a:pt x="3463" y="3537"/>
                    <a:pt x="3974" y="4682"/>
                    <a:pt x="4471" y="5840"/>
                  </a:cubicBezTo>
                  <a:cubicBezTo>
                    <a:pt x="4602" y="6159"/>
                    <a:pt x="4965" y="6322"/>
                    <a:pt x="5314" y="6322"/>
                  </a:cubicBezTo>
                  <a:cubicBezTo>
                    <a:pt x="5496" y="6322"/>
                    <a:pt x="5675" y="6278"/>
                    <a:pt x="5816" y="6188"/>
                  </a:cubicBezTo>
                  <a:lnTo>
                    <a:pt x="8354" y="4633"/>
                  </a:lnTo>
                  <a:cubicBezTo>
                    <a:pt x="8529" y="5802"/>
                    <a:pt x="8765" y="6960"/>
                    <a:pt x="9051" y="8105"/>
                  </a:cubicBezTo>
                  <a:cubicBezTo>
                    <a:pt x="9169" y="8531"/>
                    <a:pt x="9610" y="8844"/>
                    <a:pt x="10052" y="8844"/>
                  </a:cubicBezTo>
                  <a:cubicBezTo>
                    <a:pt x="10218" y="8844"/>
                    <a:pt x="10383" y="8800"/>
                    <a:pt x="10532" y="8702"/>
                  </a:cubicBezTo>
                  <a:cubicBezTo>
                    <a:pt x="11466" y="8055"/>
                    <a:pt x="12437" y="7458"/>
                    <a:pt x="13432" y="6923"/>
                  </a:cubicBezTo>
                  <a:cubicBezTo>
                    <a:pt x="13644" y="8105"/>
                    <a:pt x="13880" y="9275"/>
                    <a:pt x="14154" y="10445"/>
                  </a:cubicBezTo>
                  <a:cubicBezTo>
                    <a:pt x="14254" y="10870"/>
                    <a:pt x="14729" y="11210"/>
                    <a:pt x="15177" y="11210"/>
                  </a:cubicBezTo>
                  <a:cubicBezTo>
                    <a:pt x="15345" y="11210"/>
                    <a:pt x="15509" y="11163"/>
                    <a:pt x="15648" y="11054"/>
                  </a:cubicBezTo>
                  <a:lnTo>
                    <a:pt x="19257" y="8267"/>
                  </a:lnTo>
                  <a:cubicBezTo>
                    <a:pt x="20204" y="7546"/>
                    <a:pt x="19618" y="6365"/>
                    <a:pt x="18733" y="6365"/>
                  </a:cubicBezTo>
                  <a:cubicBezTo>
                    <a:pt x="18502" y="6365"/>
                    <a:pt x="18250" y="6445"/>
                    <a:pt x="18000" y="6636"/>
                  </a:cubicBezTo>
                  <a:lnTo>
                    <a:pt x="15784" y="8379"/>
                  </a:lnTo>
                  <a:cubicBezTo>
                    <a:pt x="15548" y="7296"/>
                    <a:pt x="15336" y="6201"/>
                    <a:pt x="15162" y="5105"/>
                  </a:cubicBezTo>
                  <a:cubicBezTo>
                    <a:pt x="15092" y="4621"/>
                    <a:pt x="14641" y="4392"/>
                    <a:pt x="14203" y="4392"/>
                  </a:cubicBezTo>
                  <a:cubicBezTo>
                    <a:pt x="14022" y="4392"/>
                    <a:pt x="13843" y="4432"/>
                    <a:pt x="13694" y="4508"/>
                  </a:cubicBezTo>
                  <a:cubicBezTo>
                    <a:pt x="12648" y="5031"/>
                    <a:pt x="11653" y="5591"/>
                    <a:pt x="10669" y="6201"/>
                  </a:cubicBezTo>
                  <a:cubicBezTo>
                    <a:pt x="10445" y="5130"/>
                    <a:pt x="10271" y="4048"/>
                    <a:pt x="10159" y="2965"/>
                  </a:cubicBezTo>
                  <a:cubicBezTo>
                    <a:pt x="10102" y="2415"/>
                    <a:pt x="9662" y="1944"/>
                    <a:pt x="9142" y="1944"/>
                  </a:cubicBezTo>
                  <a:cubicBezTo>
                    <a:pt x="8980" y="1944"/>
                    <a:pt x="8809" y="1990"/>
                    <a:pt x="8641" y="2094"/>
                  </a:cubicBezTo>
                  <a:cubicBezTo>
                    <a:pt x="7682" y="2691"/>
                    <a:pt x="6724" y="3301"/>
                    <a:pt x="5766" y="3898"/>
                  </a:cubicBezTo>
                  <a:cubicBezTo>
                    <a:pt x="5255" y="2753"/>
                    <a:pt x="4745" y="1596"/>
                    <a:pt x="4223" y="463"/>
                  </a:cubicBezTo>
                  <a:cubicBezTo>
                    <a:pt x="4072" y="142"/>
                    <a:pt x="3760" y="1"/>
                    <a:pt x="3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3" name="Google Shape;163;p23"/>
            <p:cNvGrpSpPr/>
            <p:nvPr/>
          </p:nvGrpSpPr>
          <p:grpSpPr>
            <a:xfrm>
              <a:off x="7455142" y="3893946"/>
              <a:ext cx="1052016" cy="897716"/>
              <a:chOff x="6501025" y="2106525"/>
              <a:chExt cx="846625" cy="722450"/>
            </a:xfrm>
          </p:grpSpPr>
          <p:sp>
            <p:nvSpPr>
              <p:cNvPr id="164" name="Google Shape;164;p23"/>
              <p:cNvSpPr/>
              <p:nvPr/>
            </p:nvSpPr>
            <p:spPr>
              <a:xfrm>
                <a:off x="6501025" y="2106525"/>
                <a:ext cx="728400" cy="722450"/>
              </a:xfrm>
              <a:custGeom>
                <a:avLst/>
                <a:gdLst/>
                <a:ahLst/>
                <a:cxnLst/>
                <a:rect l="l" t="t" r="r" b="b"/>
                <a:pathLst>
                  <a:path w="29136" h="28898" extrusionOk="0">
                    <a:moveTo>
                      <a:pt x="16801" y="1"/>
                    </a:moveTo>
                    <a:cubicBezTo>
                      <a:pt x="14850" y="1"/>
                      <a:pt x="13073" y="910"/>
                      <a:pt x="12260" y="3294"/>
                    </a:cubicBezTo>
                    <a:cubicBezTo>
                      <a:pt x="11550" y="5347"/>
                      <a:pt x="12421" y="7177"/>
                      <a:pt x="13765" y="8720"/>
                    </a:cubicBezTo>
                    <a:cubicBezTo>
                      <a:pt x="14201" y="9218"/>
                      <a:pt x="14662" y="9691"/>
                      <a:pt x="15110" y="10176"/>
                    </a:cubicBezTo>
                    <a:cubicBezTo>
                      <a:pt x="14736" y="9952"/>
                      <a:pt x="14375" y="9740"/>
                      <a:pt x="14002" y="9529"/>
                    </a:cubicBezTo>
                    <a:cubicBezTo>
                      <a:pt x="13005" y="8952"/>
                      <a:pt x="11846" y="8552"/>
                      <a:pt x="10727" y="8552"/>
                    </a:cubicBezTo>
                    <a:cubicBezTo>
                      <a:pt x="9626" y="8552"/>
                      <a:pt x="8563" y="8939"/>
                      <a:pt x="7729" y="9927"/>
                    </a:cubicBezTo>
                    <a:cubicBezTo>
                      <a:pt x="5975" y="12005"/>
                      <a:pt x="6659" y="14719"/>
                      <a:pt x="8439" y="16498"/>
                    </a:cubicBezTo>
                    <a:cubicBezTo>
                      <a:pt x="8725" y="16785"/>
                      <a:pt x="9036" y="17046"/>
                      <a:pt x="9347" y="17307"/>
                    </a:cubicBezTo>
                    <a:cubicBezTo>
                      <a:pt x="8512" y="16961"/>
                      <a:pt x="7623" y="16766"/>
                      <a:pt x="6753" y="16766"/>
                    </a:cubicBezTo>
                    <a:cubicBezTo>
                      <a:pt x="5588" y="16766"/>
                      <a:pt x="4460" y="17117"/>
                      <a:pt x="3548" y="17930"/>
                    </a:cubicBezTo>
                    <a:cubicBezTo>
                      <a:pt x="1" y="21078"/>
                      <a:pt x="3050" y="25621"/>
                      <a:pt x="6273" y="27413"/>
                    </a:cubicBezTo>
                    <a:cubicBezTo>
                      <a:pt x="8099" y="28439"/>
                      <a:pt x="10073" y="28898"/>
                      <a:pt x="12054" y="28898"/>
                    </a:cubicBezTo>
                    <a:cubicBezTo>
                      <a:pt x="17232" y="28898"/>
                      <a:pt x="22461" y="25767"/>
                      <a:pt x="25215" y="21464"/>
                    </a:cubicBezTo>
                    <a:cubicBezTo>
                      <a:pt x="29136" y="15316"/>
                      <a:pt x="28053" y="6629"/>
                      <a:pt x="22191" y="2012"/>
                    </a:cubicBezTo>
                    <a:cubicBezTo>
                      <a:pt x="20699" y="836"/>
                      <a:pt x="18670" y="1"/>
                      <a:pt x="1680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23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23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23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8" name="Google Shape;168;p23"/>
            <p:cNvGrpSpPr/>
            <p:nvPr/>
          </p:nvGrpSpPr>
          <p:grpSpPr>
            <a:xfrm flipH="1">
              <a:off x="515512" y="400600"/>
              <a:ext cx="1052009" cy="789635"/>
              <a:chOff x="8089048" y="269900"/>
              <a:chExt cx="767162" cy="575829"/>
            </a:xfrm>
          </p:grpSpPr>
          <p:sp>
            <p:nvSpPr>
              <p:cNvPr id="169" name="Google Shape;169;p23"/>
              <p:cNvSpPr/>
              <p:nvPr/>
            </p:nvSpPr>
            <p:spPr>
              <a:xfrm>
                <a:off x="8660384" y="26990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23"/>
              <p:cNvSpPr/>
              <p:nvPr/>
            </p:nvSpPr>
            <p:spPr>
              <a:xfrm>
                <a:off x="8369973" y="534995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23"/>
              <p:cNvSpPr/>
              <p:nvPr/>
            </p:nvSpPr>
            <p:spPr>
              <a:xfrm>
                <a:off x="8097521" y="346952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23"/>
              <p:cNvSpPr/>
              <p:nvPr/>
            </p:nvSpPr>
            <p:spPr>
              <a:xfrm>
                <a:off x="8089048" y="74463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3924225" y="3750050"/>
            <a:ext cx="4504800" cy="8583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marR="91440" lvl="0" algn="r">
              <a:spcBef>
                <a:spcPts val="0"/>
              </a:spcBef>
              <a:spcAft>
                <a:spcPts val="0"/>
              </a:spcAft>
              <a:buSzPts val="35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75" name="Google Shape;175;p24"/>
          <p:cNvGrpSpPr/>
          <p:nvPr/>
        </p:nvGrpSpPr>
        <p:grpSpPr>
          <a:xfrm rot="10800000">
            <a:off x="8079087" y="274307"/>
            <a:ext cx="699624" cy="760571"/>
            <a:chOff x="8472500" y="116350"/>
            <a:chExt cx="573886" cy="623879"/>
          </a:xfrm>
        </p:grpSpPr>
        <p:sp>
          <p:nvSpPr>
            <p:cNvPr id="176" name="Google Shape;176;p24"/>
            <p:cNvSpPr/>
            <p:nvPr/>
          </p:nvSpPr>
          <p:spPr>
            <a:xfrm>
              <a:off x="8850559" y="116350"/>
              <a:ext cx="195827" cy="16798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8732698" y="480857"/>
              <a:ext cx="117862" cy="106021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4"/>
            <p:cNvSpPr/>
            <p:nvPr/>
          </p:nvSpPr>
          <p:spPr>
            <a:xfrm>
              <a:off x="8631796" y="284314"/>
              <a:ext cx="100910" cy="9092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4"/>
            <p:cNvSpPr/>
            <p:nvPr/>
          </p:nvSpPr>
          <p:spPr>
            <a:xfrm>
              <a:off x="8472500" y="616574"/>
              <a:ext cx="137447" cy="12365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>
            <a:spLocks noGrp="1"/>
          </p:cNvSpPr>
          <p:nvPr>
            <p:ph type="title" hasCustomPrompt="1"/>
          </p:nvPr>
        </p:nvSpPr>
        <p:spPr>
          <a:xfrm>
            <a:off x="1064025" y="1605825"/>
            <a:ext cx="70161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82" name="Google Shape;182;p25"/>
          <p:cNvSpPr txBox="1">
            <a:spLocks noGrp="1"/>
          </p:cNvSpPr>
          <p:nvPr>
            <p:ph type="subTitle" idx="1"/>
          </p:nvPr>
        </p:nvSpPr>
        <p:spPr>
          <a:xfrm>
            <a:off x="2335275" y="3116975"/>
            <a:ext cx="4473600" cy="713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83" name="Google Shape;183;p25"/>
          <p:cNvGrpSpPr/>
          <p:nvPr/>
        </p:nvGrpSpPr>
        <p:grpSpPr>
          <a:xfrm>
            <a:off x="203147" y="279995"/>
            <a:ext cx="8567866" cy="904184"/>
            <a:chOff x="203147" y="279995"/>
            <a:chExt cx="8567866" cy="904184"/>
          </a:xfrm>
        </p:grpSpPr>
        <p:sp>
          <p:nvSpPr>
            <p:cNvPr id="184" name="Google Shape;184;p25"/>
            <p:cNvSpPr/>
            <p:nvPr/>
          </p:nvSpPr>
          <p:spPr>
            <a:xfrm>
              <a:off x="203147" y="279995"/>
              <a:ext cx="1339397" cy="904184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5" name="Google Shape;185;p25"/>
            <p:cNvGrpSpPr/>
            <p:nvPr/>
          </p:nvGrpSpPr>
          <p:grpSpPr>
            <a:xfrm flipH="1">
              <a:off x="8086788" y="280000"/>
              <a:ext cx="684225" cy="757500"/>
              <a:chOff x="4302200" y="1018850"/>
              <a:chExt cx="684225" cy="757500"/>
            </a:xfrm>
          </p:grpSpPr>
          <p:sp>
            <p:nvSpPr>
              <p:cNvPr id="186" name="Google Shape;186;p25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25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25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25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25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25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25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/>
          <p:cNvSpPr txBox="1">
            <a:spLocks noGrp="1"/>
          </p:cNvSpPr>
          <p:nvPr>
            <p:ph type="title"/>
          </p:nvPr>
        </p:nvSpPr>
        <p:spPr>
          <a:xfrm>
            <a:off x="715100" y="1810396"/>
            <a:ext cx="3341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title" idx="2" hasCustomPrompt="1"/>
          </p:nvPr>
        </p:nvSpPr>
        <p:spPr>
          <a:xfrm>
            <a:off x="1749375" y="1353433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7" name="Google Shape;197;p27"/>
          <p:cNvSpPr txBox="1">
            <a:spLocks noGrp="1"/>
          </p:cNvSpPr>
          <p:nvPr>
            <p:ph type="subTitle" idx="1"/>
          </p:nvPr>
        </p:nvSpPr>
        <p:spPr>
          <a:xfrm>
            <a:off x="1154150" y="2289363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27"/>
          <p:cNvSpPr txBox="1">
            <a:spLocks noGrp="1"/>
          </p:cNvSpPr>
          <p:nvPr>
            <p:ph type="title" idx="3"/>
          </p:nvPr>
        </p:nvSpPr>
        <p:spPr>
          <a:xfrm>
            <a:off x="2473225" y="3644721"/>
            <a:ext cx="24630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9" name="Google Shape;199;p27"/>
          <p:cNvSpPr txBox="1">
            <a:spLocks noGrp="1"/>
          </p:cNvSpPr>
          <p:nvPr>
            <p:ph type="title" idx="4" hasCustomPrompt="1"/>
          </p:nvPr>
        </p:nvSpPr>
        <p:spPr>
          <a:xfrm>
            <a:off x="3114350" y="3187721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0" name="Google Shape;200;p27"/>
          <p:cNvSpPr txBox="1">
            <a:spLocks noGrp="1"/>
          </p:cNvSpPr>
          <p:nvPr>
            <p:ph type="subTitle" idx="5"/>
          </p:nvPr>
        </p:nvSpPr>
        <p:spPr>
          <a:xfrm>
            <a:off x="2473225" y="4123700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7"/>
          <p:cNvSpPr txBox="1">
            <a:spLocks noGrp="1"/>
          </p:cNvSpPr>
          <p:nvPr>
            <p:ph type="title" idx="6"/>
          </p:nvPr>
        </p:nvSpPr>
        <p:spPr>
          <a:xfrm>
            <a:off x="3914525" y="1810396"/>
            <a:ext cx="3434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2" name="Google Shape;202;p27"/>
          <p:cNvSpPr txBox="1">
            <a:spLocks noGrp="1"/>
          </p:cNvSpPr>
          <p:nvPr>
            <p:ph type="title" idx="7" hasCustomPrompt="1"/>
          </p:nvPr>
        </p:nvSpPr>
        <p:spPr>
          <a:xfrm>
            <a:off x="5040625" y="1353433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3" name="Google Shape;203;p27"/>
          <p:cNvSpPr txBox="1">
            <a:spLocks noGrp="1"/>
          </p:cNvSpPr>
          <p:nvPr>
            <p:ph type="subTitle" idx="8"/>
          </p:nvPr>
        </p:nvSpPr>
        <p:spPr>
          <a:xfrm>
            <a:off x="4399525" y="2289363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7"/>
          <p:cNvSpPr txBox="1">
            <a:spLocks noGrp="1"/>
          </p:cNvSpPr>
          <p:nvPr>
            <p:ph type="title" idx="9"/>
          </p:nvPr>
        </p:nvSpPr>
        <p:spPr>
          <a:xfrm>
            <a:off x="5087850" y="3644721"/>
            <a:ext cx="3341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5" name="Google Shape;205;p27"/>
          <p:cNvSpPr txBox="1">
            <a:spLocks noGrp="1"/>
          </p:cNvSpPr>
          <p:nvPr>
            <p:ph type="title" idx="13" hasCustomPrompt="1"/>
          </p:nvPr>
        </p:nvSpPr>
        <p:spPr>
          <a:xfrm>
            <a:off x="6213875" y="3187721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6" name="Google Shape;206;p27"/>
          <p:cNvSpPr txBox="1">
            <a:spLocks noGrp="1"/>
          </p:cNvSpPr>
          <p:nvPr>
            <p:ph type="subTitle" idx="14"/>
          </p:nvPr>
        </p:nvSpPr>
        <p:spPr>
          <a:xfrm>
            <a:off x="5572775" y="4123700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title" idx="15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  <a:latin typeface="Patrick Hand"/>
                <a:ea typeface="Patrick Hand"/>
                <a:cs typeface="Patrick Hand"/>
                <a:sym typeface="Patrick Han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08" name="Google Shape;208;p27"/>
          <p:cNvGrpSpPr/>
          <p:nvPr/>
        </p:nvGrpSpPr>
        <p:grpSpPr>
          <a:xfrm>
            <a:off x="310627" y="308409"/>
            <a:ext cx="1045586" cy="4550640"/>
            <a:chOff x="310627" y="308409"/>
            <a:chExt cx="1045586" cy="4550640"/>
          </a:xfrm>
        </p:grpSpPr>
        <p:grpSp>
          <p:nvGrpSpPr>
            <p:cNvPr id="209" name="Google Shape;209;p27"/>
            <p:cNvGrpSpPr/>
            <p:nvPr/>
          </p:nvGrpSpPr>
          <p:grpSpPr>
            <a:xfrm rot="10800000" flipH="1">
              <a:off x="376540" y="3774461"/>
              <a:ext cx="979673" cy="1084589"/>
              <a:chOff x="4302200" y="1018850"/>
              <a:chExt cx="684225" cy="757500"/>
            </a:xfrm>
          </p:grpSpPr>
          <p:sp>
            <p:nvSpPr>
              <p:cNvPr id="210" name="Google Shape;210;p27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27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27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27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27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27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27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" name="Google Shape;217;p27"/>
            <p:cNvGrpSpPr/>
            <p:nvPr/>
          </p:nvGrpSpPr>
          <p:grpSpPr>
            <a:xfrm>
              <a:off x="310627" y="308409"/>
              <a:ext cx="467032" cy="631935"/>
              <a:chOff x="310627" y="308409"/>
              <a:chExt cx="467032" cy="631935"/>
            </a:xfrm>
          </p:grpSpPr>
          <p:sp>
            <p:nvSpPr>
              <p:cNvPr id="218" name="Google Shape;218;p27"/>
              <p:cNvSpPr/>
              <p:nvPr/>
            </p:nvSpPr>
            <p:spPr>
              <a:xfrm rot="1147657" flipH="1">
                <a:off x="371721" y="698980"/>
                <a:ext cx="117858" cy="106018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27"/>
              <p:cNvSpPr/>
              <p:nvPr/>
            </p:nvSpPr>
            <p:spPr>
              <a:xfrm rot="1147657" flipH="1">
                <a:off x="664641" y="835397"/>
                <a:ext cx="100907" cy="9092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27"/>
              <p:cNvSpPr/>
              <p:nvPr/>
            </p:nvSpPr>
            <p:spPr>
              <a:xfrm rot="1147812" flipH="1">
                <a:off x="583934" y="54780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27"/>
              <p:cNvSpPr/>
              <p:nvPr/>
            </p:nvSpPr>
            <p:spPr>
              <a:xfrm rot="1147657" flipH="1">
                <a:off x="332742" y="335855"/>
                <a:ext cx="195822" cy="167975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8"/>
          <p:cNvSpPr txBox="1">
            <a:spLocks noGrp="1"/>
          </p:cNvSpPr>
          <p:nvPr>
            <p:ph type="title"/>
          </p:nvPr>
        </p:nvSpPr>
        <p:spPr>
          <a:xfrm>
            <a:off x="2888800" y="1734291"/>
            <a:ext cx="5211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4" name="Google Shape;224;p28"/>
          <p:cNvSpPr txBox="1">
            <a:spLocks noGrp="1"/>
          </p:cNvSpPr>
          <p:nvPr>
            <p:ph type="title" idx="2" hasCustomPrompt="1"/>
          </p:nvPr>
        </p:nvSpPr>
        <p:spPr>
          <a:xfrm>
            <a:off x="171400" y="21715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5" name="Google Shape;225;p28"/>
          <p:cNvSpPr txBox="1">
            <a:spLocks noGrp="1"/>
          </p:cNvSpPr>
          <p:nvPr>
            <p:ph type="subTitle" idx="1"/>
          </p:nvPr>
        </p:nvSpPr>
        <p:spPr>
          <a:xfrm>
            <a:off x="2888800" y="2833491"/>
            <a:ext cx="5540100" cy="500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6" name="Google Shape;226;p28"/>
          <p:cNvGrpSpPr/>
          <p:nvPr/>
        </p:nvGrpSpPr>
        <p:grpSpPr>
          <a:xfrm>
            <a:off x="348288" y="311653"/>
            <a:ext cx="6108360" cy="5795615"/>
            <a:chOff x="348288" y="311653"/>
            <a:chExt cx="6108360" cy="5795615"/>
          </a:xfrm>
        </p:grpSpPr>
        <p:sp>
          <p:nvSpPr>
            <p:cNvPr id="227" name="Google Shape;227;p28"/>
            <p:cNvSpPr/>
            <p:nvPr/>
          </p:nvSpPr>
          <p:spPr>
            <a:xfrm rot="10800000" flipH="1">
              <a:off x="861925" y="1774656"/>
              <a:ext cx="1769861" cy="1634556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8" name="Google Shape;228;p28"/>
            <p:cNvGrpSpPr/>
            <p:nvPr/>
          </p:nvGrpSpPr>
          <p:grpSpPr>
            <a:xfrm>
              <a:off x="348288" y="311653"/>
              <a:ext cx="893236" cy="841797"/>
              <a:chOff x="4211350" y="3061550"/>
              <a:chExt cx="539850" cy="508700"/>
            </a:xfrm>
          </p:grpSpPr>
          <p:sp>
            <p:nvSpPr>
              <p:cNvPr id="229" name="Google Shape;229;p28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28"/>
              <p:cNvSpPr/>
              <p:nvPr/>
            </p:nvSpPr>
            <p:spPr>
              <a:xfrm>
                <a:off x="4319625" y="3255425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28"/>
              <p:cNvSpPr/>
              <p:nvPr/>
            </p:nvSpPr>
            <p:spPr>
              <a:xfrm>
                <a:off x="4211350" y="3207500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28"/>
              <p:cNvSpPr/>
              <p:nvPr/>
            </p:nvSpPr>
            <p:spPr>
              <a:xfrm>
                <a:off x="4313725" y="3061550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28"/>
              <p:cNvSpPr/>
              <p:nvPr/>
            </p:nvSpPr>
            <p:spPr>
              <a:xfrm>
                <a:off x="4450625" y="3079200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28"/>
              <p:cNvSpPr/>
              <p:nvPr/>
            </p:nvSpPr>
            <p:spPr>
              <a:xfrm>
                <a:off x="4617075" y="3152825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8"/>
              <p:cNvSpPr/>
              <p:nvPr/>
            </p:nvSpPr>
            <p:spPr>
              <a:xfrm>
                <a:off x="4496975" y="3293050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28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7" name="Google Shape;237;p28"/>
            <p:cNvSpPr/>
            <p:nvPr/>
          </p:nvSpPr>
          <p:spPr>
            <a:xfrm rot="9900054">
              <a:off x="5395691" y="4027883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8"/>
            <p:cNvSpPr/>
            <p:nvPr/>
          </p:nvSpPr>
          <p:spPr>
            <a:xfrm rot="899946" flipH="1">
              <a:off x="4723941" y="4428333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Google Shape;240;p29"/>
          <p:cNvGrpSpPr/>
          <p:nvPr/>
        </p:nvGrpSpPr>
        <p:grpSpPr>
          <a:xfrm>
            <a:off x="6709650" y="259365"/>
            <a:ext cx="1994400" cy="2929885"/>
            <a:chOff x="6709650" y="259365"/>
            <a:chExt cx="1994400" cy="2929885"/>
          </a:xfrm>
        </p:grpSpPr>
        <p:sp>
          <p:nvSpPr>
            <p:cNvPr id="241" name="Google Shape;241;p29"/>
            <p:cNvSpPr/>
            <p:nvPr/>
          </p:nvSpPr>
          <p:spPr>
            <a:xfrm rot="10800000" flipH="1">
              <a:off x="6709650" y="1564461"/>
              <a:ext cx="1759341" cy="1624789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2" name="Google Shape;242;p29"/>
            <p:cNvGrpSpPr/>
            <p:nvPr/>
          </p:nvGrpSpPr>
          <p:grpSpPr>
            <a:xfrm>
              <a:off x="7894945" y="259365"/>
              <a:ext cx="809104" cy="746170"/>
              <a:chOff x="7894945" y="259365"/>
              <a:chExt cx="809104" cy="746170"/>
            </a:xfrm>
          </p:grpSpPr>
          <p:grpSp>
            <p:nvGrpSpPr>
              <p:cNvPr id="243" name="Google Shape;243;p29"/>
              <p:cNvGrpSpPr/>
              <p:nvPr/>
            </p:nvGrpSpPr>
            <p:grpSpPr>
              <a:xfrm flipH="1">
                <a:off x="7983191" y="259365"/>
                <a:ext cx="720858" cy="641784"/>
                <a:chOff x="213566" y="173640"/>
                <a:chExt cx="720858" cy="641784"/>
              </a:xfrm>
            </p:grpSpPr>
            <p:sp>
              <p:nvSpPr>
                <p:cNvPr id="244" name="Google Shape;244;p29"/>
                <p:cNvSpPr/>
                <p:nvPr/>
              </p:nvSpPr>
              <p:spPr>
                <a:xfrm rot="772904">
                  <a:off x="415545" y="533491"/>
                  <a:ext cx="191481" cy="263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8" h="7302" extrusionOk="0">
                      <a:moveTo>
                        <a:pt x="3797" y="1"/>
                      </a:moveTo>
                      <a:cubicBezTo>
                        <a:pt x="3739" y="1"/>
                        <a:pt x="3681" y="6"/>
                        <a:pt x="3622" y="17"/>
                      </a:cubicBezTo>
                      <a:cubicBezTo>
                        <a:pt x="312" y="639"/>
                        <a:pt x="1" y="5929"/>
                        <a:pt x="2950" y="7236"/>
                      </a:cubicBezTo>
                      <a:cubicBezTo>
                        <a:pt x="3054" y="7281"/>
                        <a:pt x="3155" y="7302"/>
                        <a:pt x="3250" y="7302"/>
                      </a:cubicBezTo>
                      <a:cubicBezTo>
                        <a:pt x="3747" y="7302"/>
                        <a:pt x="4073" y="6735"/>
                        <a:pt x="3697" y="6265"/>
                      </a:cubicBezTo>
                      <a:cubicBezTo>
                        <a:pt x="3075" y="5481"/>
                        <a:pt x="2602" y="4597"/>
                        <a:pt x="2851" y="3577"/>
                      </a:cubicBezTo>
                      <a:cubicBezTo>
                        <a:pt x="3099" y="2593"/>
                        <a:pt x="3859" y="2208"/>
                        <a:pt x="4556" y="1610"/>
                      </a:cubicBezTo>
                      <a:cubicBezTo>
                        <a:pt x="5298" y="984"/>
                        <a:pt x="4592" y="1"/>
                        <a:pt x="3797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" name="Google Shape;245;p29"/>
                <p:cNvSpPr/>
                <p:nvPr/>
              </p:nvSpPr>
              <p:spPr>
                <a:xfrm>
                  <a:off x="213566" y="378966"/>
                  <a:ext cx="345522" cy="192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60" h="5327" extrusionOk="0">
                      <a:moveTo>
                        <a:pt x="4909" y="1"/>
                      </a:moveTo>
                      <a:cubicBezTo>
                        <a:pt x="3979" y="1"/>
                        <a:pt x="3067" y="213"/>
                        <a:pt x="2253" y="744"/>
                      </a:cubicBezTo>
                      <a:cubicBezTo>
                        <a:pt x="809" y="1690"/>
                        <a:pt x="0" y="3433"/>
                        <a:pt x="709" y="5063"/>
                      </a:cubicBezTo>
                      <a:cubicBezTo>
                        <a:pt x="793" y="5248"/>
                        <a:pt x="951" y="5326"/>
                        <a:pt x="1118" y="5326"/>
                      </a:cubicBezTo>
                      <a:cubicBezTo>
                        <a:pt x="1400" y="5326"/>
                        <a:pt x="1705" y="5102"/>
                        <a:pt x="1705" y="4789"/>
                      </a:cubicBezTo>
                      <a:cubicBezTo>
                        <a:pt x="1655" y="3482"/>
                        <a:pt x="2514" y="2312"/>
                        <a:pt x="3783" y="1964"/>
                      </a:cubicBezTo>
                      <a:cubicBezTo>
                        <a:pt x="4127" y="1860"/>
                        <a:pt x="4473" y="1815"/>
                        <a:pt x="4819" y="1815"/>
                      </a:cubicBezTo>
                      <a:cubicBezTo>
                        <a:pt x="5916" y="1815"/>
                        <a:pt x="7012" y="2261"/>
                        <a:pt x="8015" y="2649"/>
                      </a:cubicBezTo>
                      <a:cubicBezTo>
                        <a:pt x="8116" y="2689"/>
                        <a:pt x="8215" y="2708"/>
                        <a:pt x="8308" y="2708"/>
                      </a:cubicBezTo>
                      <a:cubicBezTo>
                        <a:pt x="9100" y="2708"/>
                        <a:pt x="9559" y="1381"/>
                        <a:pt x="8724" y="981"/>
                      </a:cubicBezTo>
                      <a:cubicBezTo>
                        <a:pt x="7572" y="427"/>
                        <a:pt x="6224" y="1"/>
                        <a:pt x="4909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" name="Google Shape;246;p29"/>
                <p:cNvSpPr/>
                <p:nvPr/>
              </p:nvSpPr>
              <p:spPr>
                <a:xfrm>
                  <a:off x="634044" y="346507"/>
                  <a:ext cx="300380" cy="1620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11" h="4485" extrusionOk="0">
                      <a:moveTo>
                        <a:pt x="3946" y="0"/>
                      </a:moveTo>
                      <a:cubicBezTo>
                        <a:pt x="2117" y="0"/>
                        <a:pt x="339" y="1052"/>
                        <a:pt x="45" y="3270"/>
                      </a:cubicBezTo>
                      <a:cubicBezTo>
                        <a:pt x="0" y="3626"/>
                        <a:pt x="287" y="3805"/>
                        <a:pt x="584" y="3805"/>
                      </a:cubicBezTo>
                      <a:cubicBezTo>
                        <a:pt x="786" y="3805"/>
                        <a:pt x="992" y="3723"/>
                        <a:pt x="1103" y="3557"/>
                      </a:cubicBezTo>
                      <a:cubicBezTo>
                        <a:pt x="1720" y="2625"/>
                        <a:pt x="2599" y="1802"/>
                        <a:pt x="3769" y="1802"/>
                      </a:cubicBezTo>
                      <a:cubicBezTo>
                        <a:pt x="3850" y="1802"/>
                        <a:pt x="3932" y="1806"/>
                        <a:pt x="4015" y="1814"/>
                      </a:cubicBezTo>
                      <a:cubicBezTo>
                        <a:pt x="5334" y="1926"/>
                        <a:pt x="5857" y="2959"/>
                        <a:pt x="6367" y="4005"/>
                      </a:cubicBezTo>
                      <a:cubicBezTo>
                        <a:pt x="6531" y="4336"/>
                        <a:pt x="6865" y="4484"/>
                        <a:pt x="7206" y="4484"/>
                      </a:cubicBezTo>
                      <a:cubicBezTo>
                        <a:pt x="7749" y="4484"/>
                        <a:pt x="8310" y="4110"/>
                        <a:pt x="8234" y="3507"/>
                      </a:cubicBezTo>
                      <a:cubicBezTo>
                        <a:pt x="7937" y="1217"/>
                        <a:pt x="5913" y="0"/>
                        <a:pt x="3946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" name="Google Shape;247;p29"/>
                <p:cNvSpPr/>
                <p:nvPr/>
              </p:nvSpPr>
              <p:spPr>
                <a:xfrm>
                  <a:off x="407507" y="173640"/>
                  <a:ext cx="284225" cy="1728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" h="4783" extrusionOk="0">
                      <a:moveTo>
                        <a:pt x="6676" y="0"/>
                      </a:moveTo>
                      <a:cubicBezTo>
                        <a:pt x="6385" y="0"/>
                        <a:pt x="6110" y="143"/>
                        <a:pt x="5959" y="489"/>
                      </a:cubicBezTo>
                      <a:cubicBezTo>
                        <a:pt x="5511" y="1484"/>
                        <a:pt x="5213" y="2480"/>
                        <a:pt x="4043" y="2841"/>
                      </a:cubicBezTo>
                      <a:cubicBezTo>
                        <a:pt x="3801" y="2916"/>
                        <a:pt x="3561" y="2951"/>
                        <a:pt x="3325" y="2951"/>
                      </a:cubicBezTo>
                      <a:cubicBezTo>
                        <a:pt x="2432" y="2951"/>
                        <a:pt x="1601" y="2455"/>
                        <a:pt x="981" y="1796"/>
                      </a:cubicBezTo>
                      <a:cubicBezTo>
                        <a:pt x="888" y="1699"/>
                        <a:pt x="767" y="1657"/>
                        <a:pt x="645" y="1657"/>
                      </a:cubicBezTo>
                      <a:cubicBezTo>
                        <a:pt x="327" y="1657"/>
                        <a:pt x="0" y="1943"/>
                        <a:pt x="135" y="2293"/>
                      </a:cubicBezTo>
                      <a:cubicBezTo>
                        <a:pt x="706" y="3805"/>
                        <a:pt x="2143" y="4782"/>
                        <a:pt x="3730" y="4782"/>
                      </a:cubicBezTo>
                      <a:cubicBezTo>
                        <a:pt x="3908" y="4782"/>
                        <a:pt x="4087" y="4770"/>
                        <a:pt x="4267" y="4745"/>
                      </a:cubicBezTo>
                      <a:cubicBezTo>
                        <a:pt x="6022" y="4496"/>
                        <a:pt x="7864" y="2853"/>
                        <a:pt x="7764" y="974"/>
                      </a:cubicBezTo>
                      <a:cubicBezTo>
                        <a:pt x="7733" y="430"/>
                        <a:pt x="7180" y="0"/>
                        <a:pt x="6676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48" name="Google Shape;248;p29"/>
              <p:cNvSpPr/>
              <p:nvPr/>
            </p:nvSpPr>
            <p:spPr>
              <a:xfrm rot="1104443">
                <a:off x="7916503" y="654897"/>
                <a:ext cx="345514" cy="192527"/>
              </a:xfrm>
              <a:custGeom>
                <a:avLst/>
                <a:gdLst/>
                <a:ahLst/>
                <a:cxnLst/>
                <a:rect l="l" t="t" r="r" b="b"/>
                <a:pathLst>
                  <a:path w="9560" h="5327" extrusionOk="0">
                    <a:moveTo>
                      <a:pt x="4909" y="1"/>
                    </a:moveTo>
                    <a:cubicBezTo>
                      <a:pt x="3979" y="1"/>
                      <a:pt x="3067" y="213"/>
                      <a:pt x="2253" y="744"/>
                    </a:cubicBezTo>
                    <a:cubicBezTo>
                      <a:pt x="809" y="1690"/>
                      <a:pt x="0" y="3433"/>
                      <a:pt x="709" y="5063"/>
                    </a:cubicBezTo>
                    <a:cubicBezTo>
                      <a:pt x="793" y="5248"/>
                      <a:pt x="951" y="5326"/>
                      <a:pt x="1118" y="5326"/>
                    </a:cubicBezTo>
                    <a:cubicBezTo>
                      <a:pt x="1400" y="5326"/>
                      <a:pt x="1705" y="5102"/>
                      <a:pt x="1705" y="4789"/>
                    </a:cubicBezTo>
                    <a:cubicBezTo>
                      <a:pt x="1655" y="3482"/>
                      <a:pt x="2514" y="2312"/>
                      <a:pt x="3783" y="1964"/>
                    </a:cubicBezTo>
                    <a:cubicBezTo>
                      <a:pt x="4127" y="1860"/>
                      <a:pt x="4473" y="1815"/>
                      <a:pt x="4819" y="1815"/>
                    </a:cubicBezTo>
                    <a:cubicBezTo>
                      <a:pt x="5916" y="1815"/>
                      <a:pt x="7012" y="2261"/>
                      <a:pt x="8015" y="2649"/>
                    </a:cubicBezTo>
                    <a:cubicBezTo>
                      <a:pt x="8116" y="2689"/>
                      <a:pt x="8215" y="2708"/>
                      <a:pt x="8308" y="2708"/>
                    </a:cubicBezTo>
                    <a:cubicBezTo>
                      <a:pt x="9100" y="2708"/>
                      <a:pt x="9559" y="1381"/>
                      <a:pt x="8724" y="981"/>
                    </a:cubicBezTo>
                    <a:cubicBezTo>
                      <a:pt x="7572" y="427"/>
                      <a:pt x="6224" y="1"/>
                      <a:pt x="490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29"/>
              <p:cNvSpPr/>
              <p:nvPr/>
            </p:nvSpPr>
            <p:spPr>
              <a:xfrm flipH="1">
                <a:off x="8044084" y="832665"/>
                <a:ext cx="284225" cy="172870"/>
              </a:xfrm>
              <a:custGeom>
                <a:avLst/>
                <a:gdLst/>
                <a:ahLst/>
                <a:cxnLst/>
                <a:rect l="l" t="t" r="r" b="b"/>
                <a:pathLst>
                  <a:path w="7864" h="4783" extrusionOk="0">
                    <a:moveTo>
                      <a:pt x="6676" y="0"/>
                    </a:moveTo>
                    <a:cubicBezTo>
                      <a:pt x="6385" y="0"/>
                      <a:pt x="6110" y="143"/>
                      <a:pt x="5959" y="489"/>
                    </a:cubicBezTo>
                    <a:cubicBezTo>
                      <a:pt x="5511" y="1484"/>
                      <a:pt x="5213" y="2480"/>
                      <a:pt x="4043" y="2841"/>
                    </a:cubicBezTo>
                    <a:cubicBezTo>
                      <a:pt x="3801" y="2916"/>
                      <a:pt x="3561" y="2951"/>
                      <a:pt x="3325" y="2951"/>
                    </a:cubicBezTo>
                    <a:cubicBezTo>
                      <a:pt x="2432" y="2951"/>
                      <a:pt x="1601" y="2455"/>
                      <a:pt x="981" y="1796"/>
                    </a:cubicBezTo>
                    <a:cubicBezTo>
                      <a:pt x="888" y="1699"/>
                      <a:pt x="767" y="1657"/>
                      <a:pt x="645" y="1657"/>
                    </a:cubicBezTo>
                    <a:cubicBezTo>
                      <a:pt x="327" y="1657"/>
                      <a:pt x="0" y="1943"/>
                      <a:pt x="135" y="2293"/>
                    </a:cubicBezTo>
                    <a:cubicBezTo>
                      <a:pt x="706" y="3805"/>
                      <a:pt x="2143" y="4782"/>
                      <a:pt x="3730" y="4782"/>
                    </a:cubicBezTo>
                    <a:cubicBezTo>
                      <a:pt x="3908" y="4782"/>
                      <a:pt x="4087" y="4770"/>
                      <a:pt x="4267" y="4745"/>
                    </a:cubicBezTo>
                    <a:cubicBezTo>
                      <a:pt x="6022" y="4496"/>
                      <a:pt x="7864" y="2853"/>
                      <a:pt x="7764" y="974"/>
                    </a:cubicBezTo>
                    <a:cubicBezTo>
                      <a:pt x="7733" y="430"/>
                      <a:pt x="7180" y="0"/>
                      <a:pt x="667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813700" y="1510872"/>
            <a:ext cx="5540100" cy="16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1" name="Google Shape;251;p29"/>
          <p:cNvSpPr txBox="1">
            <a:spLocks noGrp="1"/>
          </p:cNvSpPr>
          <p:nvPr>
            <p:ph type="title" idx="2" hasCustomPrompt="1"/>
          </p:nvPr>
        </p:nvSpPr>
        <p:spPr>
          <a:xfrm>
            <a:off x="6013875" y="195593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52" name="Google Shape;252;p29"/>
          <p:cNvSpPr txBox="1">
            <a:spLocks noGrp="1"/>
          </p:cNvSpPr>
          <p:nvPr>
            <p:ph type="subTitle" idx="1"/>
          </p:nvPr>
        </p:nvSpPr>
        <p:spPr>
          <a:xfrm>
            <a:off x="715100" y="3446650"/>
            <a:ext cx="5540100" cy="500700"/>
          </a:xfrm>
          <a:prstGeom prst="rect">
            <a:avLst/>
          </a:prstGeom>
          <a:solidFill>
            <a:schemeClr val="accent3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marR="100013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" name="Google Shape;254;p30"/>
          <p:cNvGrpSpPr/>
          <p:nvPr/>
        </p:nvGrpSpPr>
        <p:grpSpPr>
          <a:xfrm flipH="1">
            <a:off x="420819" y="289816"/>
            <a:ext cx="886218" cy="953042"/>
            <a:chOff x="6882175" y="2207400"/>
            <a:chExt cx="465475" cy="500600"/>
          </a:xfrm>
        </p:grpSpPr>
        <p:sp>
          <p:nvSpPr>
            <p:cNvPr id="255" name="Google Shape;255;p30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0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0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" name="Google Shape;258;p30"/>
          <p:cNvSpPr txBox="1">
            <a:spLocks noGrp="1"/>
          </p:cNvSpPr>
          <p:nvPr>
            <p:ph type="title"/>
          </p:nvPr>
        </p:nvSpPr>
        <p:spPr>
          <a:xfrm>
            <a:off x="2821000" y="1500150"/>
            <a:ext cx="5607900" cy="162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9" name="Google Shape;259;p30"/>
          <p:cNvSpPr txBox="1">
            <a:spLocks noGrp="1"/>
          </p:cNvSpPr>
          <p:nvPr>
            <p:ph type="title" idx="2" hasCustomPrompt="1"/>
          </p:nvPr>
        </p:nvSpPr>
        <p:spPr>
          <a:xfrm>
            <a:off x="-85700" y="19418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60" name="Google Shape;260;p30"/>
          <p:cNvSpPr txBox="1">
            <a:spLocks noGrp="1"/>
          </p:cNvSpPr>
          <p:nvPr>
            <p:ph type="subTitle" idx="1"/>
          </p:nvPr>
        </p:nvSpPr>
        <p:spPr>
          <a:xfrm>
            <a:off x="2888750" y="3450650"/>
            <a:ext cx="5540100" cy="5007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1"/>
          <p:cNvSpPr txBox="1">
            <a:spLocks noGrp="1"/>
          </p:cNvSpPr>
          <p:nvPr>
            <p:ph type="title"/>
          </p:nvPr>
        </p:nvSpPr>
        <p:spPr>
          <a:xfrm>
            <a:off x="3865000" y="3392700"/>
            <a:ext cx="45639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3" name="Google Shape;263;p31"/>
          <p:cNvSpPr txBox="1">
            <a:spLocks noGrp="1"/>
          </p:cNvSpPr>
          <p:nvPr>
            <p:ph type="subTitle" idx="1"/>
          </p:nvPr>
        </p:nvSpPr>
        <p:spPr>
          <a:xfrm>
            <a:off x="2201200" y="1652400"/>
            <a:ext cx="6227700" cy="174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grpSp>
        <p:nvGrpSpPr>
          <p:cNvPr id="264" name="Google Shape;264;p31"/>
          <p:cNvGrpSpPr/>
          <p:nvPr/>
        </p:nvGrpSpPr>
        <p:grpSpPr>
          <a:xfrm rot="2700000">
            <a:off x="1392909" y="708131"/>
            <a:ext cx="767092" cy="1271458"/>
            <a:chOff x="405093" y="226883"/>
            <a:chExt cx="767099" cy="1271470"/>
          </a:xfrm>
        </p:grpSpPr>
        <p:sp>
          <p:nvSpPr>
            <p:cNvPr id="265" name="Google Shape;265;p31"/>
            <p:cNvSpPr/>
            <p:nvPr/>
          </p:nvSpPr>
          <p:spPr>
            <a:xfrm flipH="1">
              <a:off x="405093" y="500084"/>
              <a:ext cx="506235" cy="434247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1"/>
            <p:cNvSpPr/>
            <p:nvPr/>
          </p:nvSpPr>
          <p:spPr>
            <a:xfrm flipH="1">
              <a:off x="689767" y="1224277"/>
              <a:ext cx="304686" cy="274076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1"/>
            <p:cNvSpPr/>
            <p:nvPr/>
          </p:nvSpPr>
          <p:spPr>
            <a:xfrm flipH="1">
              <a:off x="911329" y="881679"/>
              <a:ext cx="260863" cy="23505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1"/>
            <p:cNvSpPr/>
            <p:nvPr/>
          </p:nvSpPr>
          <p:spPr>
            <a:xfrm flipH="1">
              <a:off x="791351" y="226883"/>
              <a:ext cx="190751" cy="171867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3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2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3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73" name="Google Shape;273;p33"/>
          <p:cNvGrpSpPr/>
          <p:nvPr/>
        </p:nvGrpSpPr>
        <p:grpSpPr>
          <a:xfrm>
            <a:off x="8214375" y="223082"/>
            <a:ext cx="699624" cy="760571"/>
            <a:chOff x="8472500" y="116350"/>
            <a:chExt cx="573886" cy="623879"/>
          </a:xfrm>
        </p:grpSpPr>
        <p:sp>
          <p:nvSpPr>
            <p:cNvPr id="274" name="Google Shape;274;p33"/>
            <p:cNvSpPr/>
            <p:nvPr/>
          </p:nvSpPr>
          <p:spPr>
            <a:xfrm>
              <a:off x="8850559" y="116350"/>
              <a:ext cx="195827" cy="16798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33"/>
            <p:cNvSpPr/>
            <p:nvPr/>
          </p:nvSpPr>
          <p:spPr>
            <a:xfrm>
              <a:off x="8732698" y="480857"/>
              <a:ext cx="117862" cy="106021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33"/>
            <p:cNvSpPr/>
            <p:nvPr/>
          </p:nvSpPr>
          <p:spPr>
            <a:xfrm>
              <a:off x="8631796" y="284314"/>
              <a:ext cx="100910" cy="9092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33"/>
            <p:cNvSpPr/>
            <p:nvPr/>
          </p:nvSpPr>
          <p:spPr>
            <a:xfrm>
              <a:off x="8472500" y="616574"/>
              <a:ext cx="137447" cy="12365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3_1_1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4"/>
          <p:cNvSpPr/>
          <p:nvPr/>
        </p:nvSpPr>
        <p:spPr>
          <a:xfrm rot="-1505648">
            <a:off x="7800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34"/>
          <p:cNvSpPr/>
          <p:nvPr/>
        </p:nvSpPr>
        <p:spPr>
          <a:xfrm rot="-1505648">
            <a:off x="74424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34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4"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5"/>
          <p:cNvSpPr/>
          <p:nvPr/>
        </p:nvSpPr>
        <p:spPr>
          <a:xfrm rot="-453958">
            <a:off x="736588" y="596040"/>
            <a:ext cx="952905" cy="389494"/>
          </a:xfrm>
          <a:custGeom>
            <a:avLst/>
            <a:gdLst/>
            <a:ahLst/>
            <a:cxnLst/>
            <a:rect l="l" t="t" r="r" b="b"/>
            <a:pathLst>
              <a:path w="20476" h="8369" extrusionOk="0">
                <a:moveTo>
                  <a:pt x="5882" y="1"/>
                </a:moveTo>
                <a:cubicBezTo>
                  <a:pt x="3608" y="1"/>
                  <a:pt x="1540" y="1950"/>
                  <a:pt x="332" y="3806"/>
                </a:cubicBezTo>
                <a:cubicBezTo>
                  <a:pt x="1" y="4319"/>
                  <a:pt x="498" y="5035"/>
                  <a:pt x="1035" y="5035"/>
                </a:cubicBezTo>
                <a:cubicBezTo>
                  <a:pt x="1163" y="5035"/>
                  <a:pt x="1293" y="4994"/>
                  <a:pt x="1415" y="4901"/>
                </a:cubicBezTo>
                <a:cubicBezTo>
                  <a:pt x="2596" y="3993"/>
                  <a:pt x="3939" y="2749"/>
                  <a:pt x="5338" y="2749"/>
                </a:cubicBezTo>
                <a:cubicBezTo>
                  <a:pt x="5915" y="2749"/>
                  <a:pt x="6502" y="2960"/>
                  <a:pt x="7090" y="3495"/>
                </a:cubicBezTo>
                <a:cubicBezTo>
                  <a:pt x="8596" y="4876"/>
                  <a:pt x="9716" y="6345"/>
                  <a:pt x="11571" y="7328"/>
                </a:cubicBezTo>
                <a:cubicBezTo>
                  <a:pt x="12801" y="7983"/>
                  <a:pt x="14174" y="8368"/>
                  <a:pt x="15465" y="8368"/>
                </a:cubicBezTo>
                <a:cubicBezTo>
                  <a:pt x="17558" y="8368"/>
                  <a:pt x="19438" y="7356"/>
                  <a:pt x="20146" y="4839"/>
                </a:cubicBezTo>
                <a:cubicBezTo>
                  <a:pt x="20476" y="3670"/>
                  <a:pt x="19533" y="2911"/>
                  <a:pt x="18603" y="2911"/>
                </a:cubicBezTo>
                <a:cubicBezTo>
                  <a:pt x="17988" y="2911"/>
                  <a:pt x="17379" y="3242"/>
                  <a:pt x="17146" y="4005"/>
                </a:cubicBezTo>
                <a:cubicBezTo>
                  <a:pt x="16812" y="5110"/>
                  <a:pt x="16204" y="5538"/>
                  <a:pt x="15447" y="5538"/>
                </a:cubicBezTo>
                <a:cubicBezTo>
                  <a:pt x="13026" y="5538"/>
                  <a:pt x="9084" y="1141"/>
                  <a:pt x="7738" y="458"/>
                </a:cubicBezTo>
                <a:cubicBezTo>
                  <a:pt x="7113" y="140"/>
                  <a:pt x="6490" y="1"/>
                  <a:pt x="588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35"/>
          <p:cNvSpPr/>
          <p:nvPr/>
        </p:nvSpPr>
        <p:spPr>
          <a:xfrm rot="453958" flipH="1">
            <a:off x="7454513" y="596040"/>
            <a:ext cx="952905" cy="389494"/>
          </a:xfrm>
          <a:custGeom>
            <a:avLst/>
            <a:gdLst/>
            <a:ahLst/>
            <a:cxnLst/>
            <a:rect l="l" t="t" r="r" b="b"/>
            <a:pathLst>
              <a:path w="20476" h="8369" extrusionOk="0">
                <a:moveTo>
                  <a:pt x="5882" y="1"/>
                </a:moveTo>
                <a:cubicBezTo>
                  <a:pt x="3608" y="1"/>
                  <a:pt x="1540" y="1950"/>
                  <a:pt x="332" y="3806"/>
                </a:cubicBezTo>
                <a:cubicBezTo>
                  <a:pt x="1" y="4319"/>
                  <a:pt x="498" y="5035"/>
                  <a:pt x="1035" y="5035"/>
                </a:cubicBezTo>
                <a:cubicBezTo>
                  <a:pt x="1163" y="5035"/>
                  <a:pt x="1293" y="4994"/>
                  <a:pt x="1415" y="4901"/>
                </a:cubicBezTo>
                <a:cubicBezTo>
                  <a:pt x="2596" y="3993"/>
                  <a:pt x="3939" y="2749"/>
                  <a:pt x="5338" y="2749"/>
                </a:cubicBezTo>
                <a:cubicBezTo>
                  <a:pt x="5915" y="2749"/>
                  <a:pt x="6502" y="2960"/>
                  <a:pt x="7090" y="3495"/>
                </a:cubicBezTo>
                <a:cubicBezTo>
                  <a:pt x="8596" y="4876"/>
                  <a:pt x="9716" y="6345"/>
                  <a:pt x="11571" y="7328"/>
                </a:cubicBezTo>
                <a:cubicBezTo>
                  <a:pt x="12801" y="7983"/>
                  <a:pt x="14174" y="8368"/>
                  <a:pt x="15465" y="8368"/>
                </a:cubicBezTo>
                <a:cubicBezTo>
                  <a:pt x="17558" y="8368"/>
                  <a:pt x="19438" y="7356"/>
                  <a:pt x="20146" y="4839"/>
                </a:cubicBezTo>
                <a:cubicBezTo>
                  <a:pt x="20476" y="3670"/>
                  <a:pt x="19533" y="2911"/>
                  <a:pt x="18603" y="2911"/>
                </a:cubicBezTo>
                <a:cubicBezTo>
                  <a:pt x="17988" y="2911"/>
                  <a:pt x="17379" y="3242"/>
                  <a:pt x="17146" y="4005"/>
                </a:cubicBezTo>
                <a:cubicBezTo>
                  <a:pt x="16812" y="5110"/>
                  <a:pt x="16204" y="5538"/>
                  <a:pt x="15447" y="5538"/>
                </a:cubicBezTo>
                <a:cubicBezTo>
                  <a:pt x="13026" y="5538"/>
                  <a:pt x="9084" y="1141"/>
                  <a:pt x="7738" y="458"/>
                </a:cubicBezTo>
                <a:cubicBezTo>
                  <a:pt x="7113" y="140"/>
                  <a:pt x="6490" y="1"/>
                  <a:pt x="588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35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CUSTOM_4_1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6"/>
          <p:cNvSpPr/>
          <p:nvPr/>
        </p:nvSpPr>
        <p:spPr>
          <a:xfrm flipH="1">
            <a:off x="394395" y="463000"/>
            <a:ext cx="1161831" cy="644689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36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7"/>
          <p:cNvSpPr txBox="1">
            <a:spLocks noGrp="1"/>
          </p:cNvSpPr>
          <p:nvPr>
            <p:ph type="subTitle" idx="1"/>
          </p:nvPr>
        </p:nvSpPr>
        <p:spPr>
          <a:xfrm>
            <a:off x="720000" y="2817018"/>
            <a:ext cx="3068400" cy="13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37"/>
          <p:cNvSpPr txBox="1">
            <a:spLocks noGrp="1"/>
          </p:cNvSpPr>
          <p:nvPr>
            <p:ph type="title"/>
          </p:nvPr>
        </p:nvSpPr>
        <p:spPr>
          <a:xfrm>
            <a:off x="720000" y="2244318"/>
            <a:ext cx="3068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92" name="Google Shape;292;p37"/>
          <p:cNvGrpSpPr/>
          <p:nvPr/>
        </p:nvGrpSpPr>
        <p:grpSpPr>
          <a:xfrm rot="841945">
            <a:off x="477773" y="430033"/>
            <a:ext cx="1537028" cy="1311591"/>
            <a:chOff x="6501025" y="2106525"/>
            <a:chExt cx="846625" cy="722450"/>
          </a:xfrm>
        </p:grpSpPr>
        <p:sp>
          <p:nvSpPr>
            <p:cNvPr id="293" name="Google Shape;293;p37"/>
            <p:cNvSpPr/>
            <p:nvPr/>
          </p:nvSpPr>
          <p:spPr>
            <a:xfrm>
              <a:off x="6501025" y="2106525"/>
              <a:ext cx="728400" cy="722450"/>
            </a:xfrm>
            <a:custGeom>
              <a:avLst/>
              <a:gdLst/>
              <a:ahLst/>
              <a:cxnLst/>
              <a:rect l="l" t="t" r="r" b="b"/>
              <a:pathLst>
                <a:path w="29136" h="28898" extrusionOk="0">
                  <a:moveTo>
                    <a:pt x="16801" y="1"/>
                  </a:moveTo>
                  <a:cubicBezTo>
                    <a:pt x="14850" y="1"/>
                    <a:pt x="13073" y="910"/>
                    <a:pt x="12260" y="3294"/>
                  </a:cubicBezTo>
                  <a:cubicBezTo>
                    <a:pt x="11550" y="5347"/>
                    <a:pt x="12421" y="7177"/>
                    <a:pt x="13765" y="8720"/>
                  </a:cubicBezTo>
                  <a:cubicBezTo>
                    <a:pt x="14201" y="9218"/>
                    <a:pt x="14662" y="9691"/>
                    <a:pt x="15110" y="10176"/>
                  </a:cubicBezTo>
                  <a:cubicBezTo>
                    <a:pt x="14736" y="9952"/>
                    <a:pt x="14375" y="9740"/>
                    <a:pt x="14002" y="9529"/>
                  </a:cubicBezTo>
                  <a:cubicBezTo>
                    <a:pt x="13005" y="8952"/>
                    <a:pt x="11846" y="8552"/>
                    <a:pt x="10727" y="8552"/>
                  </a:cubicBezTo>
                  <a:cubicBezTo>
                    <a:pt x="9626" y="8552"/>
                    <a:pt x="8563" y="8939"/>
                    <a:pt x="7729" y="9927"/>
                  </a:cubicBezTo>
                  <a:cubicBezTo>
                    <a:pt x="5975" y="12005"/>
                    <a:pt x="6659" y="14719"/>
                    <a:pt x="8439" y="16498"/>
                  </a:cubicBezTo>
                  <a:cubicBezTo>
                    <a:pt x="8725" y="16785"/>
                    <a:pt x="9036" y="17046"/>
                    <a:pt x="9347" y="17307"/>
                  </a:cubicBezTo>
                  <a:cubicBezTo>
                    <a:pt x="8512" y="16961"/>
                    <a:pt x="7623" y="16766"/>
                    <a:pt x="6753" y="16766"/>
                  </a:cubicBezTo>
                  <a:cubicBezTo>
                    <a:pt x="5588" y="16766"/>
                    <a:pt x="4460" y="17117"/>
                    <a:pt x="3548" y="17930"/>
                  </a:cubicBezTo>
                  <a:cubicBezTo>
                    <a:pt x="1" y="21078"/>
                    <a:pt x="3050" y="25621"/>
                    <a:pt x="6273" y="27413"/>
                  </a:cubicBezTo>
                  <a:cubicBezTo>
                    <a:pt x="8099" y="28439"/>
                    <a:pt x="10073" y="28898"/>
                    <a:pt x="12054" y="28898"/>
                  </a:cubicBezTo>
                  <a:cubicBezTo>
                    <a:pt x="17232" y="28898"/>
                    <a:pt x="22461" y="25767"/>
                    <a:pt x="25215" y="21464"/>
                  </a:cubicBezTo>
                  <a:cubicBezTo>
                    <a:pt x="29136" y="15316"/>
                    <a:pt x="28053" y="6629"/>
                    <a:pt x="22191" y="2012"/>
                  </a:cubicBezTo>
                  <a:cubicBezTo>
                    <a:pt x="20699" y="836"/>
                    <a:pt x="18670" y="1"/>
                    <a:pt x="168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37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37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37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2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8"/>
          <p:cNvSpPr/>
          <p:nvPr/>
        </p:nvSpPr>
        <p:spPr>
          <a:xfrm rot="5400000">
            <a:off x="4360837" y="600191"/>
            <a:ext cx="4388254" cy="4052698"/>
          </a:xfrm>
          <a:custGeom>
            <a:avLst/>
            <a:gdLst/>
            <a:ahLst/>
            <a:cxnLst/>
            <a:rect l="l" t="t" r="r" b="b"/>
            <a:pathLst>
              <a:path w="22503" h="20782" extrusionOk="0">
                <a:moveTo>
                  <a:pt x="12708" y="18400"/>
                </a:moveTo>
                <a:lnTo>
                  <a:pt x="12708" y="18400"/>
                </a:lnTo>
                <a:cubicBezTo>
                  <a:pt x="12215" y="18530"/>
                  <a:pt x="11709" y="18598"/>
                  <a:pt x="11204" y="18598"/>
                </a:cubicBezTo>
                <a:cubicBezTo>
                  <a:pt x="11033" y="18598"/>
                  <a:pt x="10862" y="18590"/>
                  <a:pt x="10692" y="18574"/>
                </a:cubicBezTo>
                <a:cubicBezTo>
                  <a:pt x="10580" y="18562"/>
                  <a:pt x="10468" y="18549"/>
                  <a:pt x="10368" y="18537"/>
                </a:cubicBezTo>
                <a:cubicBezTo>
                  <a:pt x="10380" y="18512"/>
                  <a:pt x="10405" y="18499"/>
                  <a:pt x="10430" y="18475"/>
                </a:cubicBezTo>
                <a:cubicBezTo>
                  <a:pt x="10731" y="18509"/>
                  <a:pt x="11032" y="18528"/>
                  <a:pt x="11333" y="18528"/>
                </a:cubicBezTo>
                <a:cubicBezTo>
                  <a:pt x="11580" y="18528"/>
                  <a:pt x="11826" y="18515"/>
                  <a:pt x="12073" y="18487"/>
                </a:cubicBezTo>
                <a:cubicBezTo>
                  <a:pt x="12285" y="18475"/>
                  <a:pt x="12496" y="18437"/>
                  <a:pt x="12708" y="18400"/>
                </a:cubicBezTo>
                <a:close/>
                <a:moveTo>
                  <a:pt x="11250" y="0"/>
                </a:moveTo>
                <a:cubicBezTo>
                  <a:pt x="8027" y="0"/>
                  <a:pt x="4829" y="1364"/>
                  <a:pt x="2826" y="3951"/>
                </a:cubicBezTo>
                <a:cubicBezTo>
                  <a:pt x="611" y="6776"/>
                  <a:pt x="1" y="10783"/>
                  <a:pt x="1619" y="14044"/>
                </a:cubicBezTo>
                <a:cubicBezTo>
                  <a:pt x="1917" y="14641"/>
                  <a:pt x="2291" y="15201"/>
                  <a:pt x="2714" y="15712"/>
                </a:cubicBezTo>
                <a:cubicBezTo>
                  <a:pt x="4295" y="18176"/>
                  <a:pt x="6809" y="20105"/>
                  <a:pt x="9696" y="20640"/>
                </a:cubicBezTo>
                <a:cubicBezTo>
                  <a:pt x="10209" y="20736"/>
                  <a:pt x="10711" y="20782"/>
                  <a:pt x="11201" y="20782"/>
                </a:cubicBezTo>
                <a:cubicBezTo>
                  <a:pt x="14404" y="20782"/>
                  <a:pt x="17119" y="18840"/>
                  <a:pt x="19105" y="16272"/>
                </a:cubicBezTo>
                <a:cubicBezTo>
                  <a:pt x="21395" y="13310"/>
                  <a:pt x="22502" y="9476"/>
                  <a:pt x="20885" y="5929"/>
                </a:cubicBezTo>
                <a:cubicBezTo>
                  <a:pt x="19428" y="2731"/>
                  <a:pt x="16143" y="541"/>
                  <a:pt x="12695" y="93"/>
                </a:cubicBezTo>
                <a:cubicBezTo>
                  <a:pt x="12216" y="31"/>
                  <a:pt x="11732" y="0"/>
                  <a:pt x="1125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38"/>
          <p:cNvSpPr txBox="1">
            <a:spLocks noGrp="1"/>
          </p:cNvSpPr>
          <p:nvPr>
            <p:ph type="subTitle" idx="1"/>
          </p:nvPr>
        </p:nvSpPr>
        <p:spPr>
          <a:xfrm>
            <a:off x="715100" y="1917600"/>
            <a:ext cx="3664800" cy="269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300" name="Google Shape;300;p38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4345500" cy="12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"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9"/>
          <p:cNvSpPr txBox="1">
            <a:spLocks noGrp="1"/>
          </p:cNvSpPr>
          <p:nvPr>
            <p:ph type="subTitle" idx="1"/>
          </p:nvPr>
        </p:nvSpPr>
        <p:spPr>
          <a:xfrm>
            <a:off x="3769350" y="3254300"/>
            <a:ext cx="4101900" cy="13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9"/>
          <p:cNvSpPr txBox="1">
            <a:spLocks noGrp="1"/>
          </p:cNvSpPr>
          <p:nvPr>
            <p:ph type="title"/>
          </p:nvPr>
        </p:nvSpPr>
        <p:spPr>
          <a:xfrm>
            <a:off x="3769350" y="2681600"/>
            <a:ext cx="4101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2_1_1"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0"/>
          <p:cNvSpPr txBox="1">
            <a:spLocks noGrp="1"/>
          </p:cNvSpPr>
          <p:nvPr>
            <p:ph type="body" idx="1"/>
          </p:nvPr>
        </p:nvSpPr>
        <p:spPr>
          <a:xfrm>
            <a:off x="720000" y="1343525"/>
            <a:ext cx="7713600" cy="322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306" name="Google Shape;306;p40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307" name="Google Shape;307;p40"/>
          <p:cNvGrpSpPr/>
          <p:nvPr/>
        </p:nvGrpSpPr>
        <p:grpSpPr>
          <a:xfrm>
            <a:off x="7619922" y="274307"/>
            <a:ext cx="1201654" cy="4704219"/>
            <a:chOff x="7619922" y="274307"/>
            <a:chExt cx="1201654" cy="4704219"/>
          </a:xfrm>
        </p:grpSpPr>
        <p:grpSp>
          <p:nvGrpSpPr>
            <p:cNvPr id="308" name="Google Shape;308;p40"/>
            <p:cNvGrpSpPr/>
            <p:nvPr/>
          </p:nvGrpSpPr>
          <p:grpSpPr>
            <a:xfrm>
              <a:off x="7619922" y="3933006"/>
              <a:ext cx="1201654" cy="1045519"/>
              <a:chOff x="3918275" y="2946475"/>
              <a:chExt cx="1042650" cy="907175"/>
            </a:xfrm>
          </p:grpSpPr>
          <p:sp>
            <p:nvSpPr>
              <p:cNvPr id="309" name="Google Shape;309;p40"/>
              <p:cNvSpPr/>
              <p:nvPr/>
            </p:nvSpPr>
            <p:spPr>
              <a:xfrm>
                <a:off x="3918275" y="2946475"/>
                <a:ext cx="1042650" cy="907175"/>
              </a:xfrm>
              <a:custGeom>
                <a:avLst/>
                <a:gdLst/>
                <a:ahLst/>
                <a:cxnLst/>
                <a:rect l="l" t="t" r="r" b="b"/>
                <a:pathLst>
                  <a:path w="41706" h="36287" extrusionOk="0">
                    <a:moveTo>
                      <a:pt x="8643" y="1"/>
                    </a:moveTo>
                    <a:cubicBezTo>
                      <a:pt x="7881" y="1"/>
                      <a:pt x="7133" y="104"/>
                      <a:pt x="6472" y="498"/>
                    </a:cubicBezTo>
                    <a:cubicBezTo>
                      <a:pt x="5177" y="1270"/>
                      <a:pt x="4754" y="2676"/>
                      <a:pt x="4331" y="4033"/>
                    </a:cubicBezTo>
                    <a:cubicBezTo>
                      <a:pt x="2414" y="9944"/>
                      <a:pt x="610" y="16217"/>
                      <a:pt x="100" y="22427"/>
                    </a:cubicBezTo>
                    <a:cubicBezTo>
                      <a:pt x="0" y="23622"/>
                      <a:pt x="772" y="24580"/>
                      <a:pt x="1929" y="24804"/>
                    </a:cubicBezTo>
                    <a:cubicBezTo>
                      <a:pt x="2369" y="24889"/>
                      <a:pt x="2790" y="24920"/>
                      <a:pt x="3204" y="24920"/>
                    </a:cubicBezTo>
                    <a:cubicBezTo>
                      <a:pt x="4183" y="24920"/>
                      <a:pt x="5120" y="24751"/>
                      <a:pt x="6161" y="24742"/>
                    </a:cubicBezTo>
                    <a:cubicBezTo>
                      <a:pt x="6422" y="24742"/>
                      <a:pt x="6671" y="24580"/>
                      <a:pt x="6783" y="24344"/>
                    </a:cubicBezTo>
                    <a:cubicBezTo>
                      <a:pt x="7218" y="24095"/>
                      <a:pt x="7567" y="23722"/>
                      <a:pt x="7803" y="23274"/>
                    </a:cubicBezTo>
                    <a:cubicBezTo>
                      <a:pt x="8662" y="21618"/>
                      <a:pt x="9073" y="19801"/>
                      <a:pt x="10081" y="18183"/>
                    </a:cubicBezTo>
                    <a:cubicBezTo>
                      <a:pt x="11064" y="16553"/>
                      <a:pt x="12284" y="15060"/>
                      <a:pt x="13678" y="13765"/>
                    </a:cubicBezTo>
                    <a:cubicBezTo>
                      <a:pt x="15604" y="12025"/>
                      <a:pt x="17730" y="11019"/>
                      <a:pt x="20030" y="11019"/>
                    </a:cubicBezTo>
                    <a:cubicBezTo>
                      <a:pt x="21119" y="11019"/>
                      <a:pt x="22247" y="11244"/>
                      <a:pt x="23410" y="11724"/>
                    </a:cubicBezTo>
                    <a:cubicBezTo>
                      <a:pt x="30629" y="14711"/>
                      <a:pt x="32919" y="23435"/>
                      <a:pt x="29508" y="30044"/>
                    </a:cubicBezTo>
                    <a:cubicBezTo>
                      <a:pt x="29011" y="31002"/>
                      <a:pt x="29322" y="32160"/>
                      <a:pt x="30006" y="32956"/>
                    </a:cubicBezTo>
                    <a:cubicBezTo>
                      <a:pt x="30268" y="33404"/>
                      <a:pt x="30691" y="33740"/>
                      <a:pt x="31189" y="33914"/>
                    </a:cubicBezTo>
                    <a:cubicBezTo>
                      <a:pt x="33279" y="34649"/>
                      <a:pt x="35370" y="35383"/>
                      <a:pt x="37461" y="36142"/>
                    </a:cubicBezTo>
                    <a:cubicBezTo>
                      <a:pt x="37729" y="36240"/>
                      <a:pt x="38020" y="36287"/>
                      <a:pt x="38315" y="36287"/>
                    </a:cubicBezTo>
                    <a:cubicBezTo>
                      <a:pt x="39526" y="36287"/>
                      <a:pt x="40804" y="35495"/>
                      <a:pt x="40834" y="34163"/>
                    </a:cubicBezTo>
                    <a:cubicBezTo>
                      <a:pt x="41008" y="28190"/>
                      <a:pt x="41182" y="22228"/>
                      <a:pt x="41357" y="16267"/>
                    </a:cubicBezTo>
                    <a:cubicBezTo>
                      <a:pt x="41406" y="14798"/>
                      <a:pt x="41456" y="13342"/>
                      <a:pt x="41494" y="11873"/>
                    </a:cubicBezTo>
                    <a:cubicBezTo>
                      <a:pt x="41518" y="10604"/>
                      <a:pt x="41705" y="9198"/>
                      <a:pt x="41207" y="7990"/>
                    </a:cubicBezTo>
                    <a:cubicBezTo>
                      <a:pt x="40149" y="5439"/>
                      <a:pt x="36503" y="4991"/>
                      <a:pt x="34163" y="4331"/>
                    </a:cubicBezTo>
                    <a:cubicBezTo>
                      <a:pt x="29036" y="2888"/>
                      <a:pt x="23821" y="1780"/>
                      <a:pt x="18556" y="996"/>
                    </a:cubicBezTo>
                    <a:cubicBezTo>
                      <a:pt x="15843" y="598"/>
                      <a:pt x="13118" y="287"/>
                      <a:pt x="10392" y="100"/>
                    </a:cubicBezTo>
                    <a:cubicBezTo>
                      <a:pt x="9824" y="62"/>
                      <a:pt x="9230" y="1"/>
                      <a:pt x="864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40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40"/>
              <p:cNvSpPr/>
              <p:nvPr/>
            </p:nvSpPr>
            <p:spPr>
              <a:xfrm>
                <a:off x="4319625" y="3255425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40"/>
              <p:cNvSpPr/>
              <p:nvPr/>
            </p:nvSpPr>
            <p:spPr>
              <a:xfrm>
                <a:off x="4211350" y="3207500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40"/>
              <p:cNvSpPr/>
              <p:nvPr/>
            </p:nvSpPr>
            <p:spPr>
              <a:xfrm>
                <a:off x="4313725" y="3061550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40"/>
              <p:cNvSpPr/>
              <p:nvPr/>
            </p:nvSpPr>
            <p:spPr>
              <a:xfrm>
                <a:off x="4450625" y="3079200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40"/>
              <p:cNvSpPr/>
              <p:nvPr/>
            </p:nvSpPr>
            <p:spPr>
              <a:xfrm>
                <a:off x="4617075" y="3152825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40"/>
              <p:cNvSpPr/>
              <p:nvPr/>
            </p:nvSpPr>
            <p:spPr>
              <a:xfrm>
                <a:off x="4496975" y="3293050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40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8" name="Google Shape;318;p40"/>
            <p:cNvGrpSpPr/>
            <p:nvPr/>
          </p:nvGrpSpPr>
          <p:grpSpPr>
            <a:xfrm rot="10800000">
              <a:off x="8079087" y="274307"/>
              <a:ext cx="699624" cy="760571"/>
              <a:chOff x="8472500" y="116350"/>
              <a:chExt cx="573886" cy="623879"/>
            </a:xfrm>
          </p:grpSpPr>
          <p:sp>
            <p:nvSpPr>
              <p:cNvPr id="319" name="Google Shape;319;p40"/>
              <p:cNvSpPr/>
              <p:nvPr/>
            </p:nvSpPr>
            <p:spPr>
              <a:xfrm>
                <a:off x="8850559" y="11635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40"/>
              <p:cNvSpPr/>
              <p:nvPr/>
            </p:nvSpPr>
            <p:spPr>
              <a:xfrm>
                <a:off x="8732698" y="480857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40"/>
              <p:cNvSpPr/>
              <p:nvPr/>
            </p:nvSpPr>
            <p:spPr>
              <a:xfrm>
                <a:off x="8631796" y="284314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40"/>
              <p:cNvSpPr/>
              <p:nvPr/>
            </p:nvSpPr>
            <p:spPr>
              <a:xfrm>
                <a:off x="8472500" y="616574"/>
                <a:ext cx="137447" cy="12365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_1_1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1"/>
          <p:cNvSpPr/>
          <p:nvPr/>
        </p:nvSpPr>
        <p:spPr>
          <a:xfrm rot="-1505648">
            <a:off x="7800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41"/>
          <p:cNvSpPr/>
          <p:nvPr/>
        </p:nvSpPr>
        <p:spPr>
          <a:xfrm rot="-1505648">
            <a:off x="74424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41"/>
          <p:cNvSpPr txBox="1">
            <a:spLocks noGrp="1"/>
          </p:cNvSpPr>
          <p:nvPr>
            <p:ph type="body" idx="1"/>
          </p:nvPr>
        </p:nvSpPr>
        <p:spPr>
          <a:xfrm>
            <a:off x="1278675" y="1343525"/>
            <a:ext cx="6596100" cy="322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327" name="Google Shape;327;p4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42"/>
          <p:cNvGrpSpPr/>
          <p:nvPr/>
        </p:nvGrpSpPr>
        <p:grpSpPr>
          <a:xfrm>
            <a:off x="8339750" y="223063"/>
            <a:ext cx="573886" cy="623879"/>
            <a:chOff x="8472500" y="116350"/>
            <a:chExt cx="573886" cy="623879"/>
          </a:xfrm>
        </p:grpSpPr>
        <p:sp>
          <p:nvSpPr>
            <p:cNvPr id="330" name="Google Shape;330;p42"/>
            <p:cNvSpPr/>
            <p:nvPr/>
          </p:nvSpPr>
          <p:spPr>
            <a:xfrm>
              <a:off x="8850559" y="116350"/>
              <a:ext cx="195827" cy="16798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42"/>
            <p:cNvSpPr/>
            <p:nvPr/>
          </p:nvSpPr>
          <p:spPr>
            <a:xfrm>
              <a:off x="8732698" y="480857"/>
              <a:ext cx="117862" cy="106021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42"/>
            <p:cNvSpPr/>
            <p:nvPr/>
          </p:nvSpPr>
          <p:spPr>
            <a:xfrm>
              <a:off x="8631796" y="284314"/>
              <a:ext cx="100910" cy="9092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2"/>
            <p:cNvSpPr/>
            <p:nvPr/>
          </p:nvSpPr>
          <p:spPr>
            <a:xfrm>
              <a:off x="8472500" y="616574"/>
              <a:ext cx="137447" cy="12365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4" name="Google Shape;334;p42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335" name="Google Shape;335;p42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336" name="Google Shape;336;p42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42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42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9" name="Google Shape;339;p42"/>
          <p:cNvSpPr txBox="1">
            <a:spLocks noGrp="1"/>
          </p:cNvSpPr>
          <p:nvPr>
            <p:ph type="subTitle" idx="5"/>
          </p:nvPr>
        </p:nvSpPr>
        <p:spPr>
          <a:xfrm>
            <a:off x="702525" y="1212700"/>
            <a:ext cx="6289200" cy="6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1" name="Google Shape;341;p43"/>
          <p:cNvGrpSpPr/>
          <p:nvPr/>
        </p:nvGrpSpPr>
        <p:grpSpPr>
          <a:xfrm>
            <a:off x="8012922" y="289989"/>
            <a:ext cx="655668" cy="705145"/>
            <a:chOff x="6882175" y="2207400"/>
            <a:chExt cx="465475" cy="500600"/>
          </a:xfrm>
        </p:grpSpPr>
        <p:sp>
          <p:nvSpPr>
            <p:cNvPr id="342" name="Google Shape;342;p43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3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3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5" name="Google Shape;345;p43"/>
          <p:cNvSpPr/>
          <p:nvPr/>
        </p:nvSpPr>
        <p:spPr>
          <a:xfrm rot="-698491">
            <a:off x="777440" y="619604"/>
            <a:ext cx="728576" cy="305163"/>
          </a:xfrm>
          <a:custGeom>
            <a:avLst/>
            <a:gdLst/>
            <a:ahLst/>
            <a:cxnLst/>
            <a:rect l="l" t="t" r="r" b="b"/>
            <a:pathLst>
              <a:path w="20476" h="8369" extrusionOk="0">
                <a:moveTo>
                  <a:pt x="5882" y="1"/>
                </a:moveTo>
                <a:cubicBezTo>
                  <a:pt x="3608" y="1"/>
                  <a:pt x="1540" y="1950"/>
                  <a:pt x="332" y="3806"/>
                </a:cubicBezTo>
                <a:cubicBezTo>
                  <a:pt x="1" y="4319"/>
                  <a:pt x="498" y="5035"/>
                  <a:pt x="1035" y="5035"/>
                </a:cubicBezTo>
                <a:cubicBezTo>
                  <a:pt x="1163" y="5035"/>
                  <a:pt x="1293" y="4994"/>
                  <a:pt x="1415" y="4901"/>
                </a:cubicBezTo>
                <a:cubicBezTo>
                  <a:pt x="2596" y="3993"/>
                  <a:pt x="3939" y="2749"/>
                  <a:pt x="5338" y="2749"/>
                </a:cubicBezTo>
                <a:cubicBezTo>
                  <a:pt x="5915" y="2749"/>
                  <a:pt x="6502" y="2960"/>
                  <a:pt x="7090" y="3495"/>
                </a:cubicBezTo>
                <a:cubicBezTo>
                  <a:pt x="8596" y="4876"/>
                  <a:pt x="9716" y="6345"/>
                  <a:pt x="11571" y="7328"/>
                </a:cubicBezTo>
                <a:cubicBezTo>
                  <a:pt x="12801" y="7983"/>
                  <a:pt x="14174" y="8368"/>
                  <a:pt x="15465" y="8368"/>
                </a:cubicBezTo>
                <a:cubicBezTo>
                  <a:pt x="17558" y="8368"/>
                  <a:pt x="19438" y="7356"/>
                  <a:pt x="20146" y="4839"/>
                </a:cubicBezTo>
                <a:cubicBezTo>
                  <a:pt x="20476" y="3670"/>
                  <a:pt x="19533" y="2911"/>
                  <a:pt x="18603" y="2911"/>
                </a:cubicBezTo>
                <a:cubicBezTo>
                  <a:pt x="17988" y="2911"/>
                  <a:pt x="17379" y="3242"/>
                  <a:pt x="17146" y="4005"/>
                </a:cubicBezTo>
                <a:cubicBezTo>
                  <a:pt x="16812" y="5110"/>
                  <a:pt x="16204" y="5538"/>
                  <a:pt x="15447" y="5538"/>
                </a:cubicBezTo>
                <a:cubicBezTo>
                  <a:pt x="13026" y="5538"/>
                  <a:pt x="9084" y="1141"/>
                  <a:pt x="7738" y="458"/>
                </a:cubicBezTo>
                <a:cubicBezTo>
                  <a:pt x="7113" y="140"/>
                  <a:pt x="6490" y="1"/>
                  <a:pt x="588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43"/>
          <p:cNvSpPr txBox="1">
            <a:spLocks noGrp="1"/>
          </p:cNvSpPr>
          <p:nvPr>
            <p:ph type="subTitle" idx="1"/>
          </p:nvPr>
        </p:nvSpPr>
        <p:spPr>
          <a:xfrm>
            <a:off x="1278675" y="1319000"/>
            <a:ext cx="3096300" cy="328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347" name="Google Shape;347;p43"/>
          <p:cNvSpPr txBox="1">
            <a:spLocks noGrp="1"/>
          </p:cNvSpPr>
          <p:nvPr>
            <p:ph type="subTitle" idx="2"/>
          </p:nvPr>
        </p:nvSpPr>
        <p:spPr>
          <a:xfrm>
            <a:off x="4758800" y="1319000"/>
            <a:ext cx="3096300" cy="328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348" name="Google Shape;348;p43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TWO_COLUMNS_1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44"/>
          <p:cNvGrpSpPr/>
          <p:nvPr/>
        </p:nvGrpSpPr>
        <p:grpSpPr>
          <a:xfrm>
            <a:off x="6298626" y="3452474"/>
            <a:ext cx="2249804" cy="1495244"/>
            <a:chOff x="6298626" y="3452474"/>
            <a:chExt cx="2249804" cy="1495244"/>
          </a:xfrm>
        </p:grpSpPr>
        <p:sp>
          <p:nvSpPr>
            <p:cNvPr id="351" name="Google Shape;351;p44"/>
            <p:cNvSpPr/>
            <p:nvPr/>
          </p:nvSpPr>
          <p:spPr>
            <a:xfrm>
              <a:off x="6699969" y="3452474"/>
              <a:ext cx="1848461" cy="1495244"/>
            </a:xfrm>
            <a:custGeom>
              <a:avLst/>
              <a:gdLst/>
              <a:ahLst/>
              <a:cxnLst/>
              <a:rect l="l" t="t" r="r" b="b"/>
              <a:pathLst>
                <a:path w="33189" h="26847" extrusionOk="0">
                  <a:moveTo>
                    <a:pt x="16061" y="1"/>
                  </a:moveTo>
                  <a:cubicBezTo>
                    <a:pt x="15057" y="1"/>
                    <a:pt x="14022" y="656"/>
                    <a:pt x="13802" y="1680"/>
                  </a:cubicBezTo>
                  <a:cubicBezTo>
                    <a:pt x="13068" y="5028"/>
                    <a:pt x="12607" y="8463"/>
                    <a:pt x="12060" y="11848"/>
                  </a:cubicBezTo>
                  <a:cubicBezTo>
                    <a:pt x="11823" y="13416"/>
                    <a:pt x="11599" y="14984"/>
                    <a:pt x="11375" y="16565"/>
                  </a:cubicBezTo>
                  <a:cubicBezTo>
                    <a:pt x="11114" y="15694"/>
                    <a:pt x="10840" y="14822"/>
                    <a:pt x="10579" y="13951"/>
                  </a:cubicBezTo>
                  <a:cubicBezTo>
                    <a:pt x="9770" y="11139"/>
                    <a:pt x="9235" y="8226"/>
                    <a:pt x="8363" y="5439"/>
                  </a:cubicBezTo>
                  <a:cubicBezTo>
                    <a:pt x="8081" y="4455"/>
                    <a:pt x="7182" y="3800"/>
                    <a:pt x="6181" y="3800"/>
                  </a:cubicBezTo>
                  <a:cubicBezTo>
                    <a:pt x="6079" y="3800"/>
                    <a:pt x="5977" y="3807"/>
                    <a:pt x="5874" y="3821"/>
                  </a:cubicBezTo>
                  <a:cubicBezTo>
                    <a:pt x="4879" y="3970"/>
                    <a:pt x="3759" y="4903"/>
                    <a:pt x="3908" y="6048"/>
                  </a:cubicBezTo>
                  <a:cubicBezTo>
                    <a:pt x="4306" y="9110"/>
                    <a:pt x="5289" y="12209"/>
                    <a:pt x="6310" y="15134"/>
                  </a:cubicBezTo>
                  <a:cubicBezTo>
                    <a:pt x="6808" y="16527"/>
                    <a:pt x="7330" y="17934"/>
                    <a:pt x="7928" y="19278"/>
                  </a:cubicBezTo>
                  <a:cubicBezTo>
                    <a:pt x="8003" y="19440"/>
                    <a:pt x="8077" y="19614"/>
                    <a:pt x="8152" y="19776"/>
                  </a:cubicBezTo>
                  <a:cubicBezTo>
                    <a:pt x="7604" y="19340"/>
                    <a:pt x="7119" y="18830"/>
                    <a:pt x="6683" y="18282"/>
                  </a:cubicBezTo>
                  <a:cubicBezTo>
                    <a:pt x="5028" y="16154"/>
                    <a:pt x="4157" y="13565"/>
                    <a:pt x="2365" y="11537"/>
                  </a:cubicBezTo>
                  <a:cubicBezTo>
                    <a:pt x="2137" y="11278"/>
                    <a:pt x="1869" y="11170"/>
                    <a:pt x="1604" y="11170"/>
                  </a:cubicBezTo>
                  <a:cubicBezTo>
                    <a:pt x="1003" y="11170"/>
                    <a:pt x="418" y="11731"/>
                    <a:pt x="349" y="12371"/>
                  </a:cubicBezTo>
                  <a:cubicBezTo>
                    <a:pt x="0" y="15631"/>
                    <a:pt x="1531" y="18942"/>
                    <a:pt x="3497" y="21468"/>
                  </a:cubicBezTo>
                  <a:cubicBezTo>
                    <a:pt x="5725" y="24318"/>
                    <a:pt x="8911" y="25949"/>
                    <a:pt x="12446" y="26534"/>
                  </a:cubicBezTo>
                  <a:cubicBezTo>
                    <a:pt x="13698" y="26742"/>
                    <a:pt x="15004" y="26847"/>
                    <a:pt x="16330" y="26847"/>
                  </a:cubicBezTo>
                  <a:cubicBezTo>
                    <a:pt x="21910" y="26847"/>
                    <a:pt x="27855" y="24986"/>
                    <a:pt x="31736" y="21095"/>
                  </a:cubicBezTo>
                  <a:cubicBezTo>
                    <a:pt x="33189" y="19622"/>
                    <a:pt x="31850" y="17107"/>
                    <a:pt x="30119" y="17107"/>
                  </a:cubicBezTo>
                  <a:cubicBezTo>
                    <a:pt x="29743" y="17107"/>
                    <a:pt x="29349" y="17225"/>
                    <a:pt x="28961" y="17498"/>
                  </a:cubicBezTo>
                  <a:cubicBezTo>
                    <a:pt x="26634" y="19129"/>
                    <a:pt x="24468" y="20635"/>
                    <a:pt x="21718" y="21443"/>
                  </a:cubicBezTo>
                  <a:cubicBezTo>
                    <a:pt x="20834" y="21705"/>
                    <a:pt x="19938" y="21904"/>
                    <a:pt x="19029" y="22041"/>
                  </a:cubicBezTo>
                  <a:cubicBezTo>
                    <a:pt x="19863" y="21120"/>
                    <a:pt x="20685" y="20174"/>
                    <a:pt x="21494" y="19228"/>
                  </a:cubicBezTo>
                  <a:cubicBezTo>
                    <a:pt x="23584" y="16776"/>
                    <a:pt x="25588" y="14287"/>
                    <a:pt x="27542" y="11748"/>
                  </a:cubicBezTo>
                  <a:cubicBezTo>
                    <a:pt x="28314" y="10753"/>
                    <a:pt x="27704" y="9147"/>
                    <a:pt x="26721" y="8575"/>
                  </a:cubicBezTo>
                  <a:cubicBezTo>
                    <a:pt x="26347" y="8355"/>
                    <a:pt x="25969" y="8256"/>
                    <a:pt x="25602" y="8256"/>
                  </a:cubicBezTo>
                  <a:cubicBezTo>
                    <a:pt x="24807" y="8256"/>
                    <a:pt x="24067" y="8719"/>
                    <a:pt x="23547" y="9409"/>
                  </a:cubicBezTo>
                  <a:cubicBezTo>
                    <a:pt x="21755" y="11786"/>
                    <a:pt x="19925" y="14150"/>
                    <a:pt x="18059" y="16478"/>
                  </a:cubicBezTo>
                  <a:cubicBezTo>
                    <a:pt x="17138" y="17623"/>
                    <a:pt x="16217" y="18768"/>
                    <a:pt x="15296" y="19925"/>
                  </a:cubicBezTo>
                  <a:lnTo>
                    <a:pt x="15246" y="19987"/>
                  </a:lnTo>
                  <a:cubicBezTo>
                    <a:pt x="15370" y="19241"/>
                    <a:pt x="15470" y="18481"/>
                    <a:pt x="15594" y="17760"/>
                  </a:cubicBezTo>
                  <a:cubicBezTo>
                    <a:pt x="15881" y="16104"/>
                    <a:pt x="16179" y="14449"/>
                    <a:pt x="16453" y="12806"/>
                  </a:cubicBezTo>
                  <a:cubicBezTo>
                    <a:pt x="17026" y="9496"/>
                    <a:pt x="17735" y="6210"/>
                    <a:pt x="18233" y="2900"/>
                  </a:cubicBezTo>
                  <a:cubicBezTo>
                    <a:pt x="18419" y="1680"/>
                    <a:pt x="17922" y="435"/>
                    <a:pt x="16627" y="75"/>
                  </a:cubicBezTo>
                  <a:cubicBezTo>
                    <a:pt x="16444" y="25"/>
                    <a:pt x="16253" y="1"/>
                    <a:pt x="160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4"/>
            <p:cNvSpPr/>
            <p:nvPr/>
          </p:nvSpPr>
          <p:spPr>
            <a:xfrm>
              <a:off x="6298626" y="4068073"/>
              <a:ext cx="1134006" cy="802175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3" name="Google Shape;353;p44"/>
          <p:cNvSpPr txBox="1">
            <a:spLocks noGrp="1"/>
          </p:cNvSpPr>
          <p:nvPr>
            <p:ph type="subTitle" idx="1"/>
          </p:nvPr>
        </p:nvSpPr>
        <p:spPr>
          <a:xfrm>
            <a:off x="715100" y="1674000"/>
            <a:ext cx="3566700" cy="253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44"/>
          <p:cNvSpPr txBox="1">
            <a:spLocks noGrp="1"/>
          </p:cNvSpPr>
          <p:nvPr>
            <p:ph type="subTitle" idx="2"/>
          </p:nvPr>
        </p:nvSpPr>
        <p:spPr>
          <a:xfrm>
            <a:off x="4862275" y="1674000"/>
            <a:ext cx="3566700" cy="253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Quicksand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■"/>
              <a:defRPr/>
            </a:lvl9pPr>
          </a:lstStyle>
          <a:p>
            <a:endParaRPr/>
          </a:p>
        </p:txBody>
      </p:sp>
      <p:sp>
        <p:nvSpPr>
          <p:cNvPr id="355" name="Google Shape;355;p44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5"/>
          <p:cNvSpPr txBox="1">
            <a:spLocks noGrp="1"/>
          </p:cNvSpPr>
          <p:nvPr>
            <p:ph type="title"/>
          </p:nvPr>
        </p:nvSpPr>
        <p:spPr>
          <a:xfrm>
            <a:off x="720000" y="2378402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58" name="Google Shape;358;p45"/>
          <p:cNvSpPr txBox="1">
            <a:spLocks noGrp="1"/>
          </p:cNvSpPr>
          <p:nvPr>
            <p:ph type="subTitle" idx="1"/>
          </p:nvPr>
        </p:nvSpPr>
        <p:spPr>
          <a:xfrm>
            <a:off x="851850" y="2951100"/>
            <a:ext cx="2072700" cy="11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45"/>
          <p:cNvSpPr txBox="1">
            <a:spLocks noGrp="1"/>
          </p:cNvSpPr>
          <p:nvPr>
            <p:ph type="title" idx="2"/>
          </p:nvPr>
        </p:nvSpPr>
        <p:spPr>
          <a:xfrm>
            <a:off x="3403800" y="2378402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60" name="Google Shape;360;p45"/>
          <p:cNvSpPr txBox="1">
            <a:spLocks noGrp="1"/>
          </p:cNvSpPr>
          <p:nvPr>
            <p:ph type="subTitle" idx="3"/>
          </p:nvPr>
        </p:nvSpPr>
        <p:spPr>
          <a:xfrm>
            <a:off x="3535800" y="2951100"/>
            <a:ext cx="2072700" cy="11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1" name="Google Shape;361;p45"/>
          <p:cNvSpPr txBox="1">
            <a:spLocks noGrp="1"/>
          </p:cNvSpPr>
          <p:nvPr>
            <p:ph type="title" idx="4"/>
          </p:nvPr>
        </p:nvSpPr>
        <p:spPr>
          <a:xfrm>
            <a:off x="6087600" y="2378402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62" name="Google Shape;362;p45"/>
          <p:cNvSpPr txBox="1">
            <a:spLocks noGrp="1"/>
          </p:cNvSpPr>
          <p:nvPr>
            <p:ph type="subTitle" idx="5"/>
          </p:nvPr>
        </p:nvSpPr>
        <p:spPr>
          <a:xfrm>
            <a:off x="6219450" y="2951100"/>
            <a:ext cx="2072700" cy="11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45"/>
          <p:cNvSpPr txBox="1">
            <a:spLocks noGrp="1"/>
          </p:cNvSpPr>
          <p:nvPr>
            <p:ph type="title" idx="6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4" name="Google Shape;364;p45"/>
          <p:cNvSpPr/>
          <p:nvPr/>
        </p:nvSpPr>
        <p:spPr>
          <a:xfrm rot="-1505648">
            <a:off x="4111228" y="4272930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5" name="Google Shape;365;p45"/>
          <p:cNvGrpSpPr/>
          <p:nvPr/>
        </p:nvGrpSpPr>
        <p:grpSpPr>
          <a:xfrm>
            <a:off x="254500" y="330616"/>
            <a:ext cx="629648" cy="677162"/>
            <a:chOff x="6882175" y="2207400"/>
            <a:chExt cx="465475" cy="500600"/>
          </a:xfrm>
        </p:grpSpPr>
        <p:sp>
          <p:nvSpPr>
            <p:cNvPr id="366" name="Google Shape;366;p45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45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45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6"/>
          <p:cNvSpPr txBox="1">
            <a:spLocks noGrp="1"/>
          </p:cNvSpPr>
          <p:nvPr>
            <p:ph type="subTitle" idx="1"/>
          </p:nvPr>
        </p:nvSpPr>
        <p:spPr>
          <a:xfrm>
            <a:off x="2176000" y="1383650"/>
            <a:ext cx="6252900" cy="7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p46"/>
          <p:cNvSpPr txBox="1">
            <a:spLocks noGrp="1"/>
          </p:cNvSpPr>
          <p:nvPr>
            <p:ph type="subTitle" idx="2"/>
          </p:nvPr>
        </p:nvSpPr>
        <p:spPr>
          <a:xfrm>
            <a:off x="2176000" y="3494950"/>
            <a:ext cx="6252900" cy="7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2" name="Google Shape;372;p46"/>
          <p:cNvSpPr txBox="1">
            <a:spLocks noGrp="1"/>
          </p:cNvSpPr>
          <p:nvPr>
            <p:ph type="subTitle" idx="3"/>
          </p:nvPr>
        </p:nvSpPr>
        <p:spPr>
          <a:xfrm>
            <a:off x="2176000" y="2397900"/>
            <a:ext cx="6252900" cy="7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46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374" name="Google Shape;374;p46"/>
          <p:cNvGrpSpPr/>
          <p:nvPr/>
        </p:nvGrpSpPr>
        <p:grpSpPr>
          <a:xfrm flipH="1">
            <a:off x="8086788" y="280000"/>
            <a:ext cx="684225" cy="757500"/>
            <a:chOff x="4302200" y="1018850"/>
            <a:chExt cx="684225" cy="757500"/>
          </a:xfrm>
        </p:grpSpPr>
        <p:sp>
          <p:nvSpPr>
            <p:cNvPr id="375" name="Google Shape;375;p46"/>
            <p:cNvSpPr/>
            <p:nvPr/>
          </p:nvSpPr>
          <p:spPr>
            <a:xfrm>
              <a:off x="4302200" y="1018850"/>
              <a:ext cx="562575" cy="519550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46"/>
            <p:cNvSpPr/>
            <p:nvPr/>
          </p:nvSpPr>
          <p:spPr>
            <a:xfrm>
              <a:off x="4650075" y="1539425"/>
              <a:ext cx="264800" cy="236925"/>
            </a:xfrm>
            <a:custGeom>
              <a:avLst/>
              <a:gdLst/>
              <a:ahLst/>
              <a:cxnLst/>
              <a:rect l="l" t="t" r="r" b="b"/>
              <a:pathLst>
                <a:path w="10592" h="9477" extrusionOk="0">
                  <a:moveTo>
                    <a:pt x="4087" y="0"/>
                  </a:moveTo>
                  <a:cubicBezTo>
                    <a:pt x="1792" y="0"/>
                    <a:pt x="0" y="3712"/>
                    <a:pt x="411" y="5915"/>
                  </a:cubicBezTo>
                  <a:cubicBezTo>
                    <a:pt x="813" y="8111"/>
                    <a:pt x="2912" y="9476"/>
                    <a:pt x="5005" y="9476"/>
                  </a:cubicBezTo>
                  <a:cubicBezTo>
                    <a:pt x="5891" y="9476"/>
                    <a:pt x="6775" y="9232"/>
                    <a:pt x="7530" y="8703"/>
                  </a:cubicBezTo>
                  <a:cubicBezTo>
                    <a:pt x="10019" y="6961"/>
                    <a:pt x="10591" y="2331"/>
                    <a:pt x="7691" y="638"/>
                  </a:cubicBezTo>
                  <a:cubicBezTo>
                    <a:pt x="7191" y="321"/>
                    <a:pt x="6612" y="155"/>
                    <a:pt x="6026" y="155"/>
                  </a:cubicBezTo>
                  <a:cubicBezTo>
                    <a:pt x="5738" y="155"/>
                    <a:pt x="5448" y="196"/>
                    <a:pt x="5165" y="278"/>
                  </a:cubicBezTo>
                  <a:cubicBezTo>
                    <a:pt x="4798" y="87"/>
                    <a:pt x="4436" y="0"/>
                    <a:pt x="40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46"/>
            <p:cNvSpPr/>
            <p:nvPr/>
          </p:nvSpPr>
          <p:spPr>
            <a:xfrm>
              <a:off x="4860150" y="1437525"/>
              <a:ext cx="44450" cy="40400"/>
            </a:xfrm>
            <a:custGeom>
              <a:avLst/>
              <a:gdLst/>
              <a:ahLst/>
              <a:cxnLst/>
              <a:rect l="l" t="t" r="r" b="b"/>
              <a:pathLst>
                <a:path w="1778" h="1616" extrusionOk="0">
                  <a:moveTo>
                    <a:pt x="856" y="0"/>
                  </a:moveTo>
                  <a:cubicBezTo>
                    <a:pt x="413" y="0"/>
                    <a:pt x="1" y="391"/>
                    <a:pt x="97" y="919"/>
                  </a:cubicBezTo>
                  <a:cubicBezTo>
                    <a:pt x="147" y="1317"/>
                    <a:pt x="496" y="1616"/>
                    <a:pt x="906" y="1616"/>
                  </a:cubicBezTo>
                  <a:cubicBezTo>
                    <a:pt x="1267" y="1616"/>
                    <a:pt x="1591" y="1367"/>
                    <a:pt x="1703" y="1018"/>
                  </a:cubicBezTo>
                  <a:cubicBezTo>
                    <a:pt x="1777" y="732"/>
                    <a:pt x="1678" y="421"/>
                    <a:pt x="1441" y="247"/>
                  </a:cubicBezTo>
                  <a:lnTo>
                    <a:pt x="1392" y="222"/>
                  </a:lnTo>
                  <a:cubicBezTo>
                    <a:pt x="1231" y="68"/>
                    <a:pt x="1041" y="0"/>
                    <a:pt x="8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46"/>
            <p:cNvSpPr/>
            <p:nvPr/>
          </p:nvSpPr>
          <p:spPr>
            <a:xfrm>
              <a:off x="4513775" y="1594125"/>
              <a:ext cx="95850" cy="88225"/>
            </a:xfrm>
            <a:custGeom>
              <a:avLst/>
              <a:gdLst/>
              <a:ahLst/>
              <a:cxnLst/>
              <a:rect l="l" t="t" r="r" b="b"/>
              <a:pathLst>
                <a:path w="3834" h="3529" extrusionOk="0">
                  <a:moveTo>
                    <a:pt x="2115" y="0"/>
                  </a:moveTo>
                  <a:cubicBezTo>
                    <a:pt x="2071" y="0"/>
                    <a:pt x="2025" y="2"/>
                    <a:pt x="1980" y="6"/>
                  </a:cubicBezTo>
                  <a:cubicBezTo>
                    <a:pt x="1507" y="31"/>
                    <a:pt x="1059" y="243"/>
                    <a:pt x="735" y="591"/>
                  </a:cubicBezTo>
                  <a:cubicBezTo>
                    <a:pt x="548" y="790"/>
                    <a:pt x="399" y="1039"/>
                    <a:pt x="324" y="1301"/>
                  </a:cubicBezTo>
                  <a:cubicBezTo>
                    <a:pt x="63" y="1637"/>
                    <a:pt x="1" y="2097"/>
                    <a:pt x="175" y="2483"/>
                  </a:cubicBezTo>
                  <a:cubicBezTo>
                    <a:pt x="312" y="2819"/>
                    <a:pt x="598" y="3055"/>
                    <a:pt x="947" y="3142"/>
                  </a:cubicBezTo>
                  <a:cubicBezTo>
                    <a:pt x="1258" y="3379"/>
                    <a:pt x="1644" y="3516"/>
                    <a:pt x="2042" y="3528"/>
                  </a:cubicBezTo>
                  <a:cubicBezTo>
                    <a:pt x="2050" y="3528"/>
                    <a:pt x="2057" y="3528"/>
                    <a:pt x="2065" y="3528"/>
                  </a:cubicBezTo>
                  <a:cubicBezTo>
                    <a:pt x="3038" y="3528"/>
                    <a:pt x="3834" y="2737"/>
                    <a:pt x="3822" y="1761"/>
                  </a:cubicBezTo>
                  <a:cubicBezTo>
                    <a:pt x="3798" y="847"/>
                    <a:pt x="3049" y="0"/>
                    <a:pt x="211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46"/>
            <p:cNvSpPr/>
            <p:nvPr/>
          </p:nvSpPr>
          <p:spPr>
            <a:xfrm>
              <a:off x="4421525" y="1549850"/>
              <a:ext cx="46700" cy="40775"/>
            </a:xfrm>
            <a:custGeom>
              <a:avLst/>
              <a:gdLst/>
              <a:ahLst/>
              <a:cxnLst/>
              <a:rect l="l" t="t" r="r" b="b"/>
              <a:pathLst>
                <a:path w="1868" h="1631" extrusionOk="0">
                  <a:moveTo>
                    <a:pt x="934" y="1"/>
                  </a:moveTo>
                  <a:cubicBezTo>
                    <a:pt x="467" y="1"/>
                    <a:pt x="1" y="327"/>
                    <a:pt x="156" y="981"/>
                  </a:cubicBezTo>
                  <a:lnTo>
                    <a:pt x="181" y="1080"/>
                  </a:lnTo>
                  <a:cubicBezTo>
                    <a:pt x="293" y="1447"/>
                    <a:pt x="614" y="1631"/>
                    <a:pt x="934" y="1631"/>
                  </a:cubicBezTo>
                  <a:cubicBezTo>
                    <a:pt x="1255" y="1631"/>
                    <a:pt x="1575" y="1447"/>
                    <a:pt x="1687" y="1080"/>
                  </a:cubicBezTo>
                  <a:lnTo>
                    <a:pt x="1712" y="981"/>
                  </a:lnTo>
                  <a:cubicBezTo>
                    <a:pt x="1868" y="327"/>
                    <a:pt x="1401" y="1"/>
                    <a:pt x="9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46"/>
            <p:cNvSpPr/>
            <p:nvPr/>
          </p:nvSpPr>
          <p:spPr>
            <a:xfrm>
              <a:off x="4446900" y="1740500"/>
              <a:ext cx="45450" cy="35175"/>
            </a:xfrm>
            <a:custGeom>
              <a:avLst/>
              <a:gdLst/>
              <a:ahLst/>
              <a:cxnLst/>
              <a:rect l="l" t="t" r="r" b="b"/>
              <a:pathLst>
                <a:path w="1818" h="1407" extrusionOk="0">
                  <a:moveTo>
                    <a:pt x="909" y="1"/>
                  </a:moveTo>
                  <a:cubicBezTo>
                    <a:pt x="0" y="1"/>
                    <a:pt x="0" y="1407"/>
                    <a:pt x="909" y="1407"/>
                  </a:cubicBezTo>
                  <a:cubicBezTo>
                    <a:pt x="1817" y="1407"/>
                    <a:pt x="1817" y="1"/>
                    <a:pt x="9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46"/>
            <p:cNvSpPr/>
            <p:nvPr/>
          </p:nvSpPr>
          <p:spPr>
            <a:xfrm>
              <a:off x="4888625" y="1264275"/>
              <a:ext cx="97800" cy="98300"/>
            </a:xfrm>
            <a:custGeom>
              <a:avLst/>
              <a:gdLst/>
              <a:ahLst/>
              <a:cxnLst/>
              <a:rect l="l" t="t" r="r" b="b"/>
              <a:pathLst>
                <a:path w="3912" h="3932" extrusionOk="0">
                  <a:moveTo>
                    <a:pt x="1905" y="0"/>
                  </a:moveTo>
                  <a:cubicBezTo>
                    <a:pt x="1706" y="0"/>
                    <a:pt x="1505" y="34"/>
                    <a:pt x="1311" y="107"/>
                  </a:cubicBezTo>
                  <a:cubicBezTo>
                    <a:pt x="526" y="406"/>
                    <a:pt x="16" y="1165"/>
                    <a:pt x="16" y="1999"/>
                  </a:cubicBezTo>
                  <a:cubicBezTo>
                    <a:pt x="1" y="3177"/>
                    <a:pt x="1029" y="3931"/>
                    <a:pt x="2033" y="3931"/>
                  </a:cubicBezTo>
                  <a:cubicBezTo>
                    <a:pt x="2652" y="3931"/>
                    <a:pt x="3262" y="3645"/>
                    <a:pt x="3613" y="2995"/>
                  </a:cubicBezTo>
                  <a:cubicBezTo>
                    <a:pt x="3862" y="2522"/>
                    <a:pt x="3912" y="1962"/>
                    <a:pt x="3725" y="1452"/>
                  </a:cubicBezTo>
                  <a:cubicBezTo>
                    <a:pt x="3675" y="1240"/>
                    <a:pt x="3588" y="1041"/>
                    <a:pt x="3464" y="854"/>
                  </a:cubicBezTo>
                  <a:cubicBezTo>
                    <a:pt x="3116" y="328"/>
                    <a:pt x="2519" y="0"/>
                    <a:pt x="1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BLANK_1_1_1_2_1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7"/>
          <p:cNvSpPr txBox="1">
            <a:spLocks noGrp="1"/>
          </p:cNvSpPr>
          <p:nvPr>
            <p:ph type="title"/>
          </p:nvPr>
        </p:nvSpPr>
        <p:spPr>
          <a:xfrm>
            <a:off x="720000" y="2423313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84" name="Google Shape;384;p47"/>
          <p:cNvSpPr txBox="1">
            <a:spLocks noGrp="1"/>
          </p:cNvSpPr>
          <p:nvPr>
            <p:ph type="subTitle" idx="1"/>
          </p:nvPr>
        </p:nvSpPr>
        <p:spPr>
          <a:xfrm>
            <a:off x="720000" y="300983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5" name="Google Shape;385;p47"/>
          <p:cNvSpPr txBox="1">
            <a:spLocks noGrp="1"/>
          </p:cNvSpPr>
          <p:nvPr>
            <p:ph type="title" idx="2"/>
          </p:nvPr>
        </p:nvSpPr>
        <p:spPr>
          <a:xfrm>
            <a:off x="3403800" y="2423313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86" name="Google Shape;386;p47"/>
          <p:cNvSpPr txBox="1">
            <a:spLocks noGrp="1"/>
          </p:cNvSpPr>
          <p:nvPr>
            <p:ph type="subTitle" idx="3"/>
          </p:nvPr>
        </p:nvSpPr>
        <p:spPr>
          <a:xfrm>
            <a:off x="3403800" y="300983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7" name="Google Shape;387;p47"/>
          <p:cNvSpPr txBox="1">
            <a:spLocks noGrp="1"/>
          </p:cNvSpPr>
          <p:nvPr>
            <p:ph type="title" idx="4"/>
          </p:nvPr>
        </p:nvSpPr>
        <p:spPr>
          <a:xfrm>
            <a:off x="6087600" y="2423313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88" name="Google Shape;388;p47"/>
          <p:cNvSpPr txBox="1">
            <a:spLocks noGrp="1"/>
          </p:cNvSpPr>
          <p:nvPr>
            <p:ph type="subTitle" idx="5"/>
          </p:nvPr>
        </p:nvSpPr>
        <p:spPr>
          <a:xfrm>
            <a:off x="6087600" y="300983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9" name="Google Shape;389;p47"/>
          <p:cNvSpPr txBox="1">
            <a:spLocks noGrp="1"/>
          </p:cNvSpPr>
          <p:nvPr>
            <p:ph type="title" idx="6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1" name="Google Shape;391;p48"/>
          <p:cNvGrpSpPr/>
          <p:nvPr/>
        </p:nvGrpSpPr>
        <p:grpSpPr>
          <a:xfrm>
            <a:off x="315087" y="535002"/>
            <a:ext cx="8455925" cy="4351876"/>
            <a:chOff x="315087" y="535002"/>
            <a:chExt cx="8455925" cy="4351876"/>
          </a:xfrm>
        </p:grpSpPr>
        <p:sp>
          <p:nvSpPr>
            <p:cNvPr id="392" name="Google Shape;392;p48"/>
            <p:cNvSpPr/>
            <p:nvPr/>
          </p:nvSpPr>
          <p:spPr>
            <a:xfrm rot="-453958">
              <a:off x="736588" y="596040"/>
              <a:ext cx="952905" cy="389494"/>
            </a:xfrm>
            <a:custGeom>
              <a:avLst/>
              <a:gdLst/>
              <a:ahLst/>
              <a:cxnLst/>
              <a:rect l="l" t="t" r="r" b="b"/>
              <a:pathLst>
                <a:path w="20476" h="8369" extrusionOk="0">
                  <a:moveTo>
                    <a:pt x="5882" y="1"/>
                  </a:moveTo>
                  <a:cubicBezTo>
                    <a:pt x="3608" y="1"/>
                    <a:pt x="1540" y="1950"/>
                    <a:pt x="332" y="3806"/>
                  </a:cubicBezTo>
                  <a:cubicBezTo>
                    <a:pt x="1" y="4319"/>
                    <a:pt x="498" y="5035"/>
                    <a:pt x="1035" y="5035"/>
                  </a:cubicBezTo>
                  <a:cubicBezTo>
                    <a:pt x="1163" y="5035"/>
                    <a:pt x="1293" y="4994"/>
                    <a:pt x="1415" y="4901"/>
                  </a:cubicBezTo>
                  <a:cubicBezTo>
                    <a:pt x="2596" y="3993"/>
                    <a:pt x="3939" y="2749"/>
                    <a:pt x="5338" y="2749"/>
                  </a:cubicBezTo>
                  <a:cubicBezTo>
                    <a:pt x="5915" y="2749"/>
                    <a:pt x="6502" y="2960"/>
                    <a:pt x="7090" y="3495"/>
                  </a:cubicBezTo>
                  <a:cubicBezTo>
                    <a:pt x="8596" y="4876"/>
                    <a:pt x="9716" y="6345"/>
                    <a:pt x="11571" y="7328"/>
                  </a:cubicBezTo>
                  <a:cubicBezTo>
                    <a:pt x="12801" y="7983"/>
                    <a:pt x="14174" y="8368"/>
                    <a:pt x="15465" y="8368"/>
                  </a:cubicBezTo>
                  <a:cubicBezTo>
                    <a:pt x="17558" y="8368"/>
                    <a:pt x="19438" y="7356"/>
                    <a:pt x="20146" y="4839"/>
                  </a:cubicBezTo>
                  <a:cubicBezTo>
                    <a:pt x="20476" y="3670"/>
                    <a:pt x="19533" y="2911"/>
                    <a:pt x="18603" y="2911"/>
                  </a:cubicBezTo>
                  <a:cubicBezTo>
                    <a:pt x="17988" y="2911"/>
                    <a:pt x="17379" y="3242"/>
                    <a:pt x="17146" y="4005"/>
                  </a:cubicBezTo>
                  <a:cubicBezTo>
                    <a:pt x="16812" y="5110"/>
                    <a:pt x="16204" y="5538"/>
                    <a:pt x="15447" y="5538"/>
                  </a:cubicBezTo>
                  <a:cubicBezTo>
                    <a:pt x="13026" y="5538"/>
                    <a:pt x="9084" y="1141"/>
                    <a:pt x="7738" y="458"/>
                  </a:cubicBezTo>
                  <a:cubicBezTo>
                    <a:pt x="7113" y="140"/>
                    <a:pt x="6490" y="1"/>
                    <a:pt x="58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48"/>
            <p:cNvSpPr/>
            <p:nvPr/>
          </p:nvSpPr>
          <p:spPr>
            <a:xfrm rot="453958" flipH="1">
              <a:off x="7454513" y="596040"/>
              <a:ext cx="952905" cy="389494"/>
            </a:xfrm>
            <a:custGeom>
              <a:avLst/>
              <a:gdLst/>
              <a:ahLst/>
              <a:cxnLst/>
              <a:rect l="l" t="t" r="r" b="b"/>
              <a:pathLst>
                <a:path w="20476" h="8369" extrusionOk="0">
                  <a:moveTo>
                    <a:pt x="5882" y="1"/>
                  </a:moveTo>
                  <a:cubicBezTo>
                    <a:pt x="3608" y="1"/>
                    <a:pt x="1540" y="1950"/>
                    <a:pt x="332" y="3806"/>
                  </a:cubicBezTo>
                  <a:cubicBezTo>
                    <a:pt x="1" y="4319"/>
                    <a:pt x="498" y="5035"/>
                    <a:pt x="1035" y="5035"/>
                  </a:cubicBezTo>
                  <a:cubicBezTo>
                    <a:pt x="1163" y="5035"/>
                    <a:pt x="1293" y="4994"/>
                    <a:pt x="1415" y="4901"/>
                  </a:cubicBezTo>
                  <a:cubicBezTo>
                    <a:pt x="2596" y="3993"/>
                    <a:pt x="3939" y="2749"/>
                    <a:pt x="5338" y="2749"/>
                  </a:cubicBezTo>
                  <a:cubicBezTo>
                    <a:pt x="5915" y="2749"/>
                    <a:pt x="6502" y="2960"/>
                    <a:pt x="7090" y="3495"/>
                  </a:cubicBezTo>
                  <a:cubicBezTo>
                    <a:pt x="8596" y="4876"/>
                    <a:pt x="9716" y="6345"/>
                    <a:pt x="11571" y="7328"/>
                  </a:cubicBezTo>
                  <a:cubicBezTo>
                    <a:pt x="12801" y="7983"/>
                    <a:pt x="14174" y="8368"/>
                    <a:pt x="15465" y="8368"/>
                  </a:cubicBezTo>
                  <a:cubicBezTo>
                    <a:pt x="17558" y="8368"/>
                    <a:pt x="19438" y="7356"/>
                    <a:pt x="20146" y="4839"/>
                  </a:cubicBezTo>
                  <a:cubicBezTo>
                    <a:pt x="20476" y="3670"/>
                    <a:pt x="19533" y="2911"/>
                    <a:pt x="18603" y="2911"/>
                  </a:cubicBezTo>
                  <a:cubicBezTo>
                    <a:pt x="17988" y="2911"/>
                    <a:pt x="17379" y="3242"/>
                    <a:pt x="17146" y="4005"/>
                  </a:cubicBezTo>
                  <a:cubicBezTo>
                    <a:pt x="16812" y="5110"/>
                    <a:pt x="16204" y="5538"/>
                    <a:pt x="15447" y="5538"/>
                  </a:cubicBezTo>
                  <a:cubicBezTo>
                    <a:pt x="13026" y="5538"/>
                    <a:pt x="9084" y="1141"/>
                    <a:pt x="7738" y="458"/>
                  </a:cubicBezTo>
                  <a:cubicBezTo>
                    <a:pt x="7113" y="140"/>
                    <a:pt x="6490" y="1"/>
                    <a:pt x="58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4" name="Google Shape;394;p48"/>
            <p:cNvGrpSpPr/>
            <p:nvPr/>
          </p:nvGrpSpPr>
          <p:grpSpPr>
            <a:xfrm rot="10800000">
              <a:off x="315087" y="4126307"/>
              <a:ext cx="699624" cy="760571"/>
              <a:chOff x="8472500" y="116350"/>
              <a:chExt cx="573886" cy="623879"/>
            </a:xfrm>
          </p:grpSpPr>
          <p:sp>
            <p:nvSpPr>
              <p:cNvPr id="395" name="Google Shape;395;p48"/>
              <p:cNvSpPr/>
              <p:nvPr/>
            </p:nvSpPr>
            <p:spPr>
              <a:xfrm>
                <a:off x="8850559" y="11635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48"/>
              <p:cNvSpPr/>
              <p:nvPr/>
            </p:nvSpPr>
            <p:spPr>
              <a:xfrm>
                <a:off x="8732698" y="480857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48"/>
              <p:cNvSpPr/>
              <p:nvPr/>
            </p:nvSpPr>
            <p:spPr>
              <a:xfrm>
                <a:off x="8631796" y="284314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48"/>
              <p:cNvSpPr/>
              <p:nvPr/>
            </p:nvSpPr>
            <p:spPr>
              <a:xfrm>
                <a:off x="8472500" y="616574"/>
                <a:ext cx="137447" cy="12365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9" name="Google Shape;399;p48"/>
            <p:cNvGrpSpPr/>
            <p:nvPr/>
          </p:nvGrpSpPr>
          <p:grpSpPr>
            <a:xfrm rot="10800000">
              <a:off x="8086788" y="4127838"/>
              <a:ext cx="684225" cy="757500"/>
              <a:chOff x="4302200" y="1018850"/>
              <a:chExt cx="684225" cy="757500"/>
            </a:xfrm>
          </p:grpSpPr>
          <p:sp>
            <p:nvSpPr>
              <p:cNvPr id="400" name="Google Shape;400;p48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48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48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48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48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48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48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07" name="Google Shape;407;p48"/>
          <p:cNvSpPr txBox="1">
            <a:spLocks noGrp="1"/>
          </p:cNvSpPr>
          <p:nvPr>
            <p:ph type="title"/>
          </p:nvPr>
        </p:nvSpPr>
        <p:spPr>
          <a:xfrm>
            <a:off x="1336863" y="14124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08" name="Google Shape;408;p48"/>
          <p:cNvSpPr txBox="1">
            <a:spLocks noGrp="1"/>
          </p:cNvSpPr>
          <p:nvPr>
            <p:ph type="subTitle" idx="1"/>
          </p:nvPr>
        </p:nvSpPr>
        <p:spPr>
          <a:xfrm>
            <a:off x="1336863" y="1843075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9" name="Google Shape;409;p48"/>
          <p:cNvSpPr txBox="1">
            <a:spLocks noGrp="1"/>
          </p:cNvSpPr>
          <p:nvPr>
            <p:ph type="title" idx="2"/>
          </p:nvPr>
        </p:nvSpPr>
        <p:spPr>
          <a:xfrm>
            <a:off x="5222038" y="14124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10" name="Google Shape;410;p48"/>
          <p:cNvSpPr txBox="1">
            <a:spLocks noGrp="1"/>
          </p:cNvSpPr>
          <p:nvPr>
            <p:ph type="subTitle" idx="3"/>
          </p:nvPr>
        </p:nvSpPr>
        <p:spPr>
          <a:xfrm>
            <a:off x="5222100" y="1843075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1" name="Google Shape;411;p48"/>
          <p:cNvSpPr txBox="1">
            <a:spLocks noGrp="1"/>
          </p:cNvSpPr>
          <p:nvPr>
            <p:ph type="title" idx="4"/>
          </p:nvPr>
        </p:nvSpPr>
        <p:spPr>
          <a:xfrm>
            <a:off x="1336863" y="33112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12" name="Google Shape;412;p48"/>
          <p:cNvSpPr txBox="1">
            <a:spLocks noGrp="1"/>
          </p:cNvSpPr>
          <p:nvPr>
            <p:ph type="subTitle" idx="5"/>
          </p:nvPr>
        </p:nvSpPr>
        <p:spPr>
          <a:xfrm>
            <a:off x="1336863" y="3547000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3" name="Google Shape;413;p48"/>
          <p:cNvSpPr txBox="1">
            <a:spLocks noGrp="1"/>
          </p:cNvSpPr>
          <p:nvPr>
            <p:ph type="title" idx="6"/>
          </p:nvPr>
        </p:nvSpPr>
        <p:spPr>
          <a:xfrm>
            <a:off x="5222038" y="33112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14" name="Google Shape;414;p48"/>
          <p:cNvSpPr txBox="1">
            <a:spLocks noGrp="1"/>
          </p:cNvSpPr>
          <p:nvPr>
            <p:ph type="subTitle" idx="7"/>
          </p:nvPr>
        </p:nvSpPr>
        <p:spPr>
          <a:xfrm>
            <a:off x="5222100" y="3547000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5" name="Google Shape;415;p48"/>
          <p:cNvSpPr txBox="1">
            <a:spLocks noGrp="1"/>
          </p:cNvSpPr>
          <p:nvPr>
            <p:ph type="title" idx="8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BLANK_1_1_1_1_2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9"/>
          <p:cNvSpPr txBox="1">
            <a:spLocks noGrp="1"/>
          </p:cNvSpPr>
          <p:nvPr>
            <p:ph type="title"/>
          </p:nvPr>
        </p:nvSpPr>
        <p:spPr>
          <a:xfrm>
            <a:off x="1195863" y="16828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18" name="Google Shape;418;p49"/>
          <p:cNvSpPr txBox="1">
            <a:spLocks noGrp="1"/>
          </p:cNvSpPr>
          <p:nvPr>
            <p:ph type="subTitle" idx="1"/>
          </p:nvPr>
        </p:nvSpPr>
        <p:spPr>
          <a:xfrm>
            <a:off x="1195863" y="22693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9" name="Google Shape;419;p49"/>
          <p:cNvSpPr txBox="1">
            <a:spLocks noGrp="1"/>
          </p:cNvSpPr>
          <p:nvPr>
            <p:ph type="title" idx="2"/>
          </p:nvPr>
        </p:nvSpPr>
        <p:spPr>
          <a:xfrm>
            <a:off x="5081043" y="16828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20" name="Google Shape;420;p49"/>
          <p:cNvSpPr txBox="1">
            <a:spLocks noGrp="1"/>
          </p:cNvSpPr>
          <p:nvPr>
            <p:ph type="subTitle" idx="3"/>
          </p:nvPr>
        </p:nvSpPr>
        <p:spPr>
          <a:xfrm>
            <a:off x="5081043" y="22693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1" name="Google Shape;421;p49"/>
          <p:cNvSpPr txBox="1">
            <a:spLocks noGrp="1"/>
          </p:cNvSpPr>
          <p:nvPr>
            <p:ph type="title" idx="4"/>
          </p:nvPr>
        </p:nvSpPr>
        <p:spPr>
          <a:xfrm>
            <a:off x="1195863" y="31162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22" name="Google Shape;422;p49"/>
          <p:cNvSpPr txBox="1">
            <a:spLocks noGrp="1"/>
          </p:cNvSpPr>
          <p:nvPr>
            <p:ph type="subTitle" idx="5"/>
          </p:nvPr>
        </p:nvSpPr>
        <p:spPr>
          <a:xfrm>
            <a:off x="1195863" y="37027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49"/>
          <p:cNvSpPr txBox="1">
            <a:spLocks noGrp="1"/>
          </p:cNvSpPr>
          <p:nvPr>
            <p:ph type="title" idx="6"/>
          </p:nvPr>
        </p:nvSpPr>
        <p:spPr>
          <a:xfrm>
            <a:off x="5081043" y="31162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24" name="Google Shape;424;p49"/>
          <p:cNvSpPr txBox="1">
            <a:spLocks noGrp="1"/>
          </p:cNvSpPr>
          <p:nvPr>
            <p:ph type="subTitle" idx="7"/>
          </p:nvPr>
        </p:nvSpPr>
        <p:spPr>
          <a:xfrm>
            <a:off x="5081043" y="37027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5" name="Google Shape;425;p49"/>
          <p:cNvSpPr txBox="1">
            <a:spLocks noGrp="1"/>
          </p:cNvSpPr>
          <p:nvPr>
            <p:ph type="title" idx="8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7" name="Google Shape;427;p50"/>
          <p:cNvGrpSpPr/>
          <p:nvPr/>
        </p:nvGrpSpPr>
        <p:grpSpPr>
          <a:xfrm>
            <a:off x="-104500" y="-422506"/>
            <a:ext cx="9036566" cy="5353549"/>
            <a:chOff x="-104500" y="-422506"/>
            <a:chExt cx="9036566" cy="5353549"/>
          </a:xfrm>
        </p:grpSpPr>
        <p:grpSp>
          <p:nvGrpSpPr>
            <p:cNvPr id="428" name="Google Shape;428;p50"/>
            <p:cNvGrpSpPr/>
            <p:nvPr/>
          </p:nvGrpSpPr>
          <p:grpSpPr>
            <a:xfrm rot="5557456" flipH="1">
              <a:off x="8102462" y="4099505"/>
              <a:ext cx="771109" cy="853689"/>
              <a:chOff x="4302200" y="1018850"/>
              <a:chExt cx="684225" cy="757500"/>
            </a:xfrm>
          </p:grpSpPr>
          <p:sp>
            <p:nvSpPr>
              <p:cNvPr id="429" name="Google Shape;429;p50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50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50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50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50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50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50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6" name="Google Shape;436;p50"/>
            <p:cNvSpPr/>
            <p:nvPr/>
          </p:nvSpPr>
          <p:spPr>
            <a:xfrm rot="9900113">
              <a:off x="415283" y="-371094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50"/>
            <p:cNvSpPr/>
            <p:nvPr/>
          </p:nvSpPr>
          <p:spPr>
            <a:xfrm rot="899887" flipH="1">
              <a:off x="10753" y="-129930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8" name="Google Shape;438;p50"/>
          <p:cNvSpPr txBox="1">
            <a:spLocks noGrp="1"/>
          </p:cNvSpPr>
          <p:nvPr>
            <p:ph type="title"/>
          </p:nvPr>
        </p:nvSpPr>
        <p:spPr>
          <a:xfrm>
            <a:off x="724850" y="147082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39" name="Google Shape;439;p50"/>
          <p:cNvSpPr txBox="1">
            <a:spLocks noGrp="1"/>
          </p:cNvSpPr>
          <p:nvPr>
            <p:ph type="subTitle" idx="1"/>
          </p:nvPr>
        </p:nvSpPr>
        <p:spPr>
          <a:xfrm>
            <a:off x="724850" y="199852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0" name="Google Shape;440;p50"/>
          <p:cNvSpPr txBox="1">
            <a:spLocks noGrp="1"/>
          </p:cNvSpPr>
          <p:nvPr>
            <p:ph type="title" idx="2"/>
          </p:nvPr>
        </p:nvSpPr>
        <p:spPr>
          <a:xfrm>
            <a:off x="3424119" y="147082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41" name="Google Shape;441;p50"/>
          <p:cNvSpPr txBox="1">
            <a:spLocks noGrp="1"/>
          </p:cNvSpPr>
          <p:nvPr>
            <p:ph type="subTitle" idx="3"/>
          </p:nvPr>
        </p:nvSpPr>
        <p:spPr>
          <a:xfrm>
            <a:off x="3424121" y="199852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2" name="Google Shape;442;p50"/>
          <p:cNvSpPr txBox="1">
            <a:spLocks noGrp="1"/>
          </p:cNvSpPr>
          <p:nvPr>
            <p:ph type="title" idx="4"/>
          </p:nvPr>
        </p:nvSpPr>
        <p:spPr>
          <a:xfrm>
            <a:off x="724850" y="292267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43" name="Google Shape;443;p50"/>
          <p:cNvSpPr txBox="1">
            <a:spLocks noGrp="1"/>
          </p:cNvSpPr>
          <p:nvPr>
            <p:ph type="subTitle" idx="5"/>
          </p:nvPr>
        </p:nvSpPr>
        <p:spPr>
          <a:xfrm>
            <a:off x="724850" y="345037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p50"/>
          <p:cNvSpPr txBox="1">
            <a:spLocks noGrp="1"/>
          </p:cNvSpPr>
          <p:nvPr>
            <p:ph type="title" idx="6"/>
          </p:nvPr>
        </p:nvSpPr>
        <p:spPr>
          <a:xfrm>
            <a:off x="3424119" y="292267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45" name="Google Shape;445;p50"/>
          <p:cNvSpPr txBox="1">
            <a:spLocks noGrp="1"/>
          </p:cNvSpPr>
          <p:nvPr>
            <p:ph type="subTitle" idx="7"/>
          </p:nvPr>
        </p:nvSpPr>
        <p:spPr>
          <a:xfrm>
            <a:off x="3424121" y="345037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6" name="Google Shape;446;p50"/>
          <p:cNvSpPr txBox="1">
            <a:spLocks noGrp="1"/>
          </p:cNvSpPr>
          <p:nvPr>
            <p:ph type="title" idx="8"/>
          </p:nvPr>
        </p:nvSpPr>
        <p:spPr>
          <a:xfrm>
            <a:off x="6123395" y="147082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47" name="Google Shape;447;p50"/>
          <p:cNvSpPr txBox="1">
            <a:spLocks noGrp="1"/>
          </p:cNvSpPr>
          <p:nvPr>
            <p:ph type="subTitle" idx="9"/>
          </p:nvPr>
        </p:nvSpPr>
        <p:spPr>
          <a:xfrm>
            <a:off x="6123399" y="199852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8" name="Google Shape;448;p50"/>
          <p:cNvSpPr txBox="1">
            <a:spLocks noGrp="1"/>
          </p:cNvSpPr>
          <p:nvPr>
            <p:ph type="title" idx="13"/>
          </p:nvPr>
        </p:nvSpPr>
        <p:spPr>
          <a:xfrm>
            <a:off x="6123395" y="292267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449" name="Google Shape;449;p50"/>
          <p:cNvSpPr txBox="1">
            <a:spLocks noGrp="1"/>
          </p:cNvSpPr>
          <p:nvPr>
            <p:ph type="subTitle" idx="14"/>
          </p:nvPr>
        </p:nvSpPr>
        <p:spPr>
          <a:xfrm>
            <a:off x="6123400" y="345037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0" name="Google Shape;450;p50"/>
          <p:cNvSpPr txBox="1">
            <a:spLocks noGrp="1"/>
          </p:cNvSpPr>
          <p:nvPr>
            <p:ph type="title" idx="15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2" name="Google Shape;452;p51"/>
          <p:cNvGrpSpPr/>
          <p:nvPr/>
        </p:nvGrpSpPr>
        <p:grpSpPr>
          <a:xfrm>
            <a:off x="352635" y="286725"/>
            <a:ext cx="1325937" cy="1526738"/>
            <a:chOff x="5655000" y="2294500"/>
            <a:chExt cx="749625" cy="863100"/>
          </a:xfrm>
        </p:grpSpPr>
        <p:sp>
          <p:nvSpPr>
            <p:cNvPr id="453" name="Google Shape;453;p51"/>
            <p:cNvSpPr/>
            <p:nvPr/>
          </p:nvSpPr>
          <p:spPr>
            <a:xfrm>
              <a:off x="5655000" y="2294500"/>
              <a:ext cx="698125" cy="721450"/>
            </a:xfrm>
            <a:custGeom>
              <a:avLst/>
              <a:gdLst/>
              <a:ahLst/>
              <a:cxnLst/>
              <a:rect l="l" t="t" r="r" b="b"/>
              <a:pathLst>
                <a:path w="27925" h="28858" extrusionOk="0">
                  <a:moveTo>
                    <a:pt x="12114" y="1"/>
                  </a:moveTo>
                  <a:cubicBezTo>
                    <a:pt x="11545" y="1"/>
                    <a:pt x="10972" y="179"/>
                    <a:pt x="10483" y="540"/>
                  </a:cubicBezTo>
                  <a:cubicBezTo>
                    <a:pt x="9387" y="1362"/>
                    <a:pt x="9300" y="2855"/>
                    <a:pt x="9151" y="4100"/>
                  </a:cubicBezTo>
                  <a:cubicBezTo>
                    <a:pt x="8890" y="6029"/>
                    <a:pt x="8914" y="7995"/>
                    <a:pt x="9213" y="9912"/>
                  </a:cubicBezTo>
                  <a:lnTo>
                    <a:pt x="9213" y="10161"/>
                  </a:lnTo>
                  <a:cubicBezTo>
                    <a:pt x="7483" y="9613"/>
                    <a:pt x="5741" y="9078"/>
                    <a:pt x="3986" y="8568"/>
                  </a:cubicBezTo>
                  <a:cubicBezTo>
                    <a:pt x="3791" y="8510"/>
                    <a:pt x="3593" y="8482"/>
                    <a:pt x="3396" y="8482"/>
                  </a:cubicBezTo>
                  <a:cubicBezTo>
                    <a:pt x="1658" y="8482"/>
                    <a:pt x="1" y="10603"/>
                    <a:pt x="1186" y="12202"/>
                  </a:cubicBezTo>
                  <a:cubicBezTo>
                    <a:pt x="2629" y="14143"/>
                    <a:pt x="4434" y="15525"/>
                    <a:pt x="6425" y="16732"/>
                  </a:cubicBezTo>
                  <a:cubicBezTo>
                    <a:pt x="5293" y="19831"/>
                    <a:pt x="4733" y="23117"/>
                    <a:pt x="4745" y="26415"/>
                  </a:cubicBezTo>
                  <a:cubicBezTo>
                    <a:pt x="4762" y="27895"/>
                    <a:pt x="5998" y="28858"/>
                    <a:pt x="7272" y="28858"/>
                  </a:cubicBezTo>
                  <a:cubicBezTo>
                    <a:pt x="7873" y="28858"/>
                    <a:pt x="8482" y="28644"/>
                    <a:pt x="8977" y="28169"/>
                  </a:cubicBezTo>
                  <a:cubicBezTo>
                    <a:pt x="11180" y="26066"/>
                    <a:pt x="13183" y="23764"/>
                    <a:pt x="14963" y="21300"/>
                  </a:cubicBezTo>
                  <a:cubicBezTo>
                    <a:pt x="17004" y="23054"/>
                    <a:pt x="19269" y="24560"/>
                    <a:pt x="21671" y="25780"/>
                  </a:cubicBezTo>
                  <a:cubicBezTo>
                    <a:pt x="22098" y="25994"/>
                    <a:pt x="22519" y="26089"/>
                    <a:pt x="22913" y="26089"/>
                  </a:cubicBezTo>
                  <a:cubicBezTo>
                    <a:pt x="24656" y="26089"/>
                    <a:pt x="25899" y="24221"/>
                    <a:pt x="25056" y="22395"/>
                  </a:cubicBezTo>
                  <a:cubicBezTo>
                    <a:pt x="24397" y="20914"/>
                    <a:pt x="23625" y="19495"/>
                    <a:pt x="22766" y="18113"/>
                  </a:cubicBezTo>
                  <a:cubicBezTo>
                    <a:pt x="22381" y="17504"/>
                    <a:pt x="21982" y="16894"/>
                    <a:pt x="21559" y="16309"/>
                  </a:cubicBezTo>
                  <a:cubicBezTo>
                    <a:pt x="21335" y="16010"/>
                    <a:pt x="21111" y="15711"/>
                    <a:pt x="20900" y="15425"/>
                  </a:cubicBezTo>
                  <a:lnTo>
                    <a:pt x="21211" y="15201"/>
                  </a:lnTo>
                  <a:lnTo>
                    <a:pt x="22555" y="14243"/>
                  </a:lnTo>
                  <a:lnTo>
                    <a:pt x="25716" y="12003"/>
                  </a:lnTo>
                  <a:cubicBezTo>
                    <a:pt x="27924" y="10437"/>
                    <a:pt x="26754" y="7446"/>
                    <a:pt x="24296" y="7446"/>
                  </a:cubicBezTo>
                  <a:cubicBezTo>
                    <a:pt x="24136" y="7446"/>
                    <a:pt x="23970" y="7458"/>
                    <a:pt x="23799" y="7485"/>
                  </a:cubicBezTo>
                  <a:lnTo>
                    <a:pt x="19605" y="8145"/>
                  </a:lnTo>
                  <a:cubicBezTo>
                    <a:pt x="19095" y="8219"/>
                    <a:pt x="17913" y="8170"/>
                    <a:pt x="17502" y="8468"/>
                  </a:cubicBezTo>
                  <a:cubicBezTo>
                    <a:pt x="16979" y="7149"/>
                    <a:pt x="16481" y="5805"/>
                    <a:pt x="15959" y="4486"/>
                  </a:cubicBezTo>
                  <a:cubicBezTo>
                    <a:pt x="15461" y="3229"/>
                    <a:pt x="15050" y="1760"/>
                    <a:pt x="14054" y="802"/>
                  </a:cubicBezTo>
                  <a:cubicBezTo>
                    <a:pt x="13518" y="272"/>
                    <a:pt x="12818" y="1"/>
                    <a:pt x="1211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51"/>
            <p:cNvSpPr/>
            <p:nvPr/>
          </p:nvSpPr>
          <p:spPr>
            <a:xfrm>
              <a:off x="6220725" y="2815575"/>
              <a:ext cx="140625" cy="155300"/>
            </a:xfrm>
            <a:custGeom>
              <a:avLst/>
              <a:gdLst/>
              <a:ahLst/>
              <a:cxnLst/>
              <a:rect l="l" t="t" r="r" b="b"/>
              <a:pathLst>
                <a:path w="5625" h="6212" extrusionOk="0">
                  <a:moveTo>
                    <a:pt x="3649" y="1"/>
                  </a:moveTo>
                  <a:cubicBezTo>
                    <a:pt x="2497" y="1"/>
                    <a:pt x="1339" y="672"/>
                    <a:pt x="772" y="1689"/>
                  </a:cubicBezTo>
                  <a:cubicBezTo>
                    <a:pt x="0" y="3095"/>
                    <a:pt x="336" y="4912"/>
                    <a:pt x="1419" y="6057"/>
                  </a:cubicBezTo>
                  <a:cubicBezTo>
                    <a:pt x="1520" y="6165"/>
                    <a:pt x="1646" y="6211"/>
                    <a:pt x="1772" y="6211"/>
                  </a:cubicBezTo>
                  <a:cubicBezTo>
                    <a:pt x="2097" y="6211"/>
                    <a:pt x="2419" y="5902"/>
                    <a:pt x="2303" y="5534"/>
                  </a:cubicBezTo>
                  <a:cubicBezTo>
                    <a:pt x="2042" y="4688"/>
                    <a:pt x="1755" y="3667"/>
                    <a:pt x="2216" y="2821"/>
                  </a:cubicBezTo>
                  <a:cubicBezTo>
                    <a:pt x="2524" y="2264"/>
                    <a:pt x="3040" y="1937"/>
                    <a:pt x="3623" y="1937"/>
                  </a:cubicBezTo>
                  <a:cubicBezTo>
                    <a:pt x="3768" y="1937"/>
                    <a:pt x="3918" y="1957"/>
                    <a:pt x="4070" y="2000"/>
                  </a:cubicBezTo>
                  <a:cubicBezTo>
                    <a:pt x="4176" y="2031"/>
                    <a:pt x="4275" y="2045"/>
                    <a:pt x="4369" y="2045"/>
                  </a:cubicBezTo>
                  <a:cubicBezTo>
                    <a:pt x="5334" y="2045"/>
                    <a:pt x="5624" y="532"/>
                    <a:pt x="4580" y="158"/>
                  </a:cubicBezTo>
                  <a:cubicBezTo>
                    <a:pt x="4279" y="51"/>
                    <a:pt x="3964" y="1"/>
                    <a:pt x="36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51"/>
            <p:cNvSpPr/>
            <p:nvPr/>
          </p:nvSpPr>
          <p:spPr>
            <a:xfrm>
              <a:off x="6227475" y="2892450"/>
              <a:ext cx="177150" cy="191725"/>
            </a:xfrm>
            <a:custGeom>
              <a:avLst/>
              <a:gdLst/>
              <a:ahLst/>
              <a:cxnLst/>
              <a:rect l="l" t="t" r="r" b="b"/>
              <a:pathLst>
                <a:path w="7086" h="7669" extrusionOk="0">
                  <a:moveTo>
                    <a:pt x="4531" y="1"/>
                  </a:moveTo>
                  <a:cubicBezTo>
                    <a:pt x="3801" y="1"/>
                    <a:pt x="3107" y="692"/>
                    <a:pt x="3613" y="1489"/>
                  </a:cubicBezTo>
                  <a:cubicBezTo>
                    <a:pt x="4236" y="2484"/>
                    <a:pt x="4547" y="3405"/>
                    <a:pt x="3887" y="4500"/>
                  </a:cubicBezTo>
                  <a:cubicBezTo>
                    <a:pt x="3572" y="5030"/>
                    <a:pt x="2333" y="6216"/>
                    <a:pt x="1429" y="6216"/>
                  </a:cubicBezTo>
                  <a:cubicBezTo>
                    <a:pt x="1227" y="6216"/>
                    <a:pt x="1042" y="6157"/>
                    <a:pt x="888" y="6019"/>
                  </a:cubicBezTo>
                  <a:cubicBezTo>
                    <a:pt x="776" y="5920"/>
                    <a:pt x="654" y="5878"/>
                    <a:pt x="540" y="5878"/>
                  </a:cubicBezTo>
                  <a:cubicBezTo>
                    <a:pt x="248" y="5878"/>
                    <a:pt x="0" y="6156"/>
                    <a:pt x="54" y="6504"/>
                  </a:cubicBezTo>
                  <a:cubicBezTo>
                    <a:pt x="186" y="7365"/>
                    <a:pt x="775" y="7668"/>
                    <a:pt x="1506" y="7668"/>
                  </a:cubicBezTo>
                  <a:cubicBezTo>
                    <a:pt x="2699" y="7668"/>
                    <a:pt x="4272" y="6859"/>
                    <a:pt x="4858" y="6342"/>
                  </a:cubicBezTo>
                  <a:cubicBezTo>
                    <a:pt x="6501" y="4899"/>
                    <a:pt x="7086" y="1775"/>
                    <a:pt x="5219" y="244"/>
                  </a:cubicBezTo>
                  <a:cubicBezTo>
                    <a:pt x="5013" y="75"/>
                    <a:pt x="4770" y="1"/>
                    <a:pt x="4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51"/>
            <p:cNvSpPr/>
            <p:nvPr/>
          </p:nvSpPr>
          <p:spPr>
            <a:xfrm>
              <a:off x="5979725" y="3001125"/>
              <a:ext cx="200275" cy="156475"/>
            </a:xfrm>
            <a:custGeom>
              <a:avLst/>
              <a:gdLst/>
              <a:ahLst/>
              <a:cxnLst/>
              <a:rect l="l" t="t" r="r" b="b"/>
              <a:pathLst>
                <a:path w="8011" h="6259" extrusionOk="0">
                  <a:moveTo>
                    <a:pt x="6010" y="0"/>
                  </a:moveTo>
                  <a:cubicBezTo>
                    <a:pt x="5562" y="0"/>
                    <a:pt x="5093" y="364"/>
                    <a:pt x="5110" y="850"/>
                  </a:cubicBezTo>
                  <a:cubicBezTo>
                    <a:pt x="5172" y="2107"/>
                    <a:pt x="5484" y="3352"/>
                    <a:pt x="4177" y="4148"/>
                  </a:cubicBezTo>
                  <a:cubicBezTo>
                    <a:pt x="3804" y="4373"/>
                    <a:pt x="3390" y="4466"/>
                    <a:pt x="2966" y="4466"/>
                  </a:cubicBezTo>
                  <a:cubicBezTo>
                    <a:pt x="2144" y="4466"/>
                    <a:pt x="1287" y="4115"/>
                    <a:pt x="630" y="3688"/>
                  </a:cubicBezTo>
                  <a:cubicBezTo>
                    <a:pt x="569" y="3655"/>
                    <a:pt x="506" y="3640"/>
                    <a:pt x="445" y="3640"/>
                  </a:cubicBezTo>
                  <a:cubicBezTo>
                    <a:pt x="207" y="3640"/>
                    <a:pt x="0" y="3866"/>
                    <a:pt x="70" y="4123"/>
                  </a:cubicBezTo>
                  <a:cubicBezTo>
                    <a:pt x="548" y="5508"/>
                    <a:pt x="1901" y="6259"/>
                    <a:pt x="3287" y="6259"/>
                  </a:cubicBezTo>
                  <a:cubicBezTo>
                    <a:pt x="3919" y="6259"/>
                    <a:pt x="4557" y="6102"/>
                    <a:pt x="5123" y="5779"/>
                  </a:cubicBezTo>
                  <a:cubicBezTo>
                    <a:pt x="6878" y="4783"/>
                    <a:pt x="8010" y="1921"/>
                    <a:pt x="6566" y="253"/>
                  </a:cubicBezTo>
                  <a:cubicBezTo>
                    <a:pt x="6418" y="77"/>
                    <a:pt x="6216" y="0"/>
                    <a:pt x="60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51"/>
            <p:cNvSpPr/>
            <p:nvPr/>
          </p:nvSpPr>
          <p:spPr>
            <a:xfrm>
              <a:off x="5998575" y="2897775"/>
              <a:ext cx="207975" cy="144850"/>
            </a:xfrm>
            <a:custGeom>
              <a:avLst/>
              <a:gdLst/>
              <a:ahLst/>
              <a:cxnLst/>
              <a:rect l="l" t="t" r="r" b="b"/>
              <a:pathLst>
                <a:path w="8319" h="5794" extrusionOk="0">
                  <a:moveTo>
                    <a:pt x="4391" y="0"/>
                  </a:moveTo>
                  <a:cubicBezTo>
                    <a:pt x="3719" y="0"/>
                    <a:pt x="3044" y="177"/>
                    <a:pt x="2427" y="566"/>
                  </a:cubicBezTo>
                  <a:cubicBezTo>
                    <a:pt x="834" y="1574"/>
                    <a:pt x="0" y="4126"/>
                    <a:pt x="1332" y="5656"/>
                  </a:cubicBezTo>
                  <a:cubicBezTo>
                    <a:pt x="1415" y="5751"/>
                    <a:pt x="1532" y="5794"/>
                    <a:pt x="1652" y="5794"/>
                  </a:cubicBezTo>
                  <a:cubicBezTo>
                    <a:pt x="1909" y="5794"/>
                    <a:pt x="2179" y="5600"/>
                    <a:pt x="2153" y="5320"/>
                  </a:cubicBezTo>
                  <a:cubicBezTo>
                    <a:pt x="2041" y="4126"/>
                    <a:pt x="2054" y="2881"/>
                    <a:pt x="3149" y="2097"/>
                  </a:cubicBezTo>
                  <a:cubicBezTo>
                    <a:pt x="3514" y="1834"/>
                    <a:pt x="3943" y="1715"/>
                    <a:pt x="4374" y="1715"/>
                  </a:cubicBezTo>
                  <a:cubicBezTo>
                    <a:pt x="5149" y="1715"/>
                    <a:pt x="5933" y="2100"/>
                    <a:pt x="6372" y="2732"/>
                  </a:cubicBezTo>
                  <a:cubicBezTo>
                    <a:pt x="6563" y="3005"/>
                    <a:pt x="6833" y="3118"/>
                    <a:pt x="7099" y="3118"/>
                  </a:cubicBezTo>
                  <a:cubicBezTo>
                    <a:pt x="7718" y="3118"/>
                    <a:pt x="8319" y="2505"/>
                    <a:pt x="7866" y="1860"/>
                  </a:cubicBezTo>
                  <a:cubicBezTo>
                    <a:pt x="7068" y="714"/>
                    <a:pt x="5738" y="0"/>
                    <a:pt x="43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51"/>
            <p:cNvSpPr/>
            <p:nvPr/>
          </p:nvSpPr>
          <p:spPr>
            <a:xfrm>
              <a:off x="6029300" y="2796125"/>
              <a:ext cx="186500" cy="85725"/>
            </a:xfrm>
            <a:custGeom>
              <a:avLst/>
              <a:gdLst/>
              <a:ahLst/>
              <a:cxnLst/>
              <a:rect l="l" t="t" r="r" b="b"/>
              <a:pathLst>
                <a:path w="7460" h="3429" extrusionOk="0">
                  <a:moveTo>
                    <a:pt x="631" y="1"/>
                  </a:moveTo>
                  <a:cubicBezTo>
                    <a:pt x="314" y="1"/>
                    <a:pt x="1" y="278"/>
                    <a:pt x="91" y="662"/>
                  </a:cubicBezTo>
                  <a:cubicBezTo>
                    <a:pt x="479" y="2487"/>
                    <a:pt x="2100" y="3429"/>
                    <a:pt x="3735" y="3429"/>
                  </a:cubicBezTo>
                  <a:cubicBezTo>
                    <a:pt x="5089" y="3429"/>
                    <a:pt x="6453" y="2783"/>
                    <a:pt x="7135" y="1459"/>
                  </a:cubicBezTo>
                  <a:cubicBezTo>
                    <a:pt x="7459" y="828"/>
                    <a:pt x="6899" y="79"/>
                    <a:pt x="6314" y="79"/>
                  </a:cubicBezTo>
                  <a:cubicBezTo>
                    <a:pt x="6115" y="79"/>
                    <a:pt x="5912" y="167"/>
                    <a:pt x="5741" y="376"/>
                  </a:cubicBezTo>
                  <a:cubicBezTo>
                    <a:pt x="5047" y="1229"/>
                    <a:pt x="4227" y="1667"/>
                    <a:pt x="3413" y="1667"/>
                  </a:cubicBezTo>
                  <a:cubicBezTo>
                    <a:pt x="2577" y="1667"/>
                    <a:pt x="1749" y="1204"/>
                    <a:pt x="1074" y="251"/>
                  </a:cubicBezTo>
                  <a:cubicBezTo>
                    <a:pt x="963" y="76"/>
                    <a:pt x="796" y="1"/>
                    <a:pt x="6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51"/>
            <p:cNvSpPr/>
            <p:nvPr/>
          </p:nvSpPr>
          <p:spPr>
            <a:xfrm>
              <a:off x="5866025" y="2863275"/>
              <a:ext cx="132450" cy="182550"/>
            </a:xfrm>
            <a:custGeom>
              <a:avLst/>
              <a:gdLst/>
              <a:ahLst/>
              <a:cxnLst/>
              <a:rect l="l" t="t" r="r" b="b"/>
              <a:pathLst>
                <a:path w="5298" h="7302" extrusionOk="0">
                  <a:moveTo>
                    <a:pt x="3797" y="1"/>
                  </a:moveTo>
                  <a:cubicBezTo>
                    <a:pt x="3739" y="1"/>
                    <a:pt x="3681" y="6"/>
                    <a:pt x="3622" y="17"/>
                  </a:cubicBezTo>
                  <a:cubicBezTo>
                    <a:pt x="312" y="639"/>
                    <a:pt x="1" y="5929"/>
                    <a:pt x="2950" y="7236"/>
                  </a:cubicBezTo>
                  <a:cubicBezTo>
                    <a:pt x="3054" y="7281"/>
                    <a:pt x="3155" y="7302"/>
                    <a:pt x="3250" y="7302"/>
                  </a:cubicBezTo>
                  <a:cubicBezTo>
                    <a:pt x="3747" y="7302"/>
                    <a:pt x="4073" y="6735"/>
                    <a:pt x="3697" y="6265"/>
                  </a:cubicBezTo>
                  <a:cubicBezTo>
                    <a:pt x="3075" y="5481"/>
                    <a:pt x="2602" y="4597"/>
                    <a:pt x="2851" y="3577"/>
                  </a:cubicBezTo>
                  <a:cubicBezTo>
                    <a:pt x="3099" y="2593"/>
                    <a:pt x="3859" y="2208"/>
                    <a:pt x="4556" y="1610"/>
                  </a:cubicBezTo>
                  <a:cubicBezTo>
                    <a:pt x="5298" y="984"/>
                    <a:pt x="4592" y="1"/>
                    <a:pt x="3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1"/>
            <p:cNvSpPr/>
            <p:nvPr/>
          </p:nvSpPr>
          <p:spPr>
            <a:xfrm>
              <a:off x="5851725" y="2689525"/>
              <a:ext cx="239000" cy="133175"/>
            </a:xfrm>
            <a:custGeom>
              <a:avLst/>
              <a:gdLst/>
              <a:ahLst/>
              <a:cxnLst/>
              <a:rect l="l" t="t" r="r" b="b"/>
              <a:pathLst>
                <a:path w="9560" h="5327" extrusionOk="0">
                  <a:moveTo>
                    <a:pt x="4909" y="1"/>
                  </a:moveTo>
                  <a:cubicBezTo>
                    <a:pt x="3979" y="1"/>
                    <a:pt x="3067" y="213"/>
                    <a:pt x="2253" y="744"/>
                  </a:cubicBezTo>
                  <a:cubicBezTo>
                    <a:pt x="809" y="1690"/>
                    <a:pt x="0" y="3433"/>
                    <a:pt x="709" y="5063"/>
                  </a:cubicBezTo>
                  <a:cubicBezTo>
                    <a:pt x="793" y="5248"/>
                    <a:pt x="951" y="5326"/>
                    <a:pt x="1118" y="5326"/>
                  </a:cubicBezTo>
                  <a:cubicBezTo>
                    <a:pt x="1400" y="5326"/>
                    <a:pt x="1705" y="5102"/>
                    <a:pt x="1705" y="4789"/>
                  </a:cubicBezTo>
                  <a:cubicBezTo>
                    <a:pt x="1655" y="3482"/>
                    <a:pt x="2514" y="2312"/>
                    <a:pt x="3783" y="1964"/>
                  </a:cubicBezTo>
                  <a:cubicBezTo>
                    <a:pt x="4127" y="1860"/>
                    <a:pt x="4473" y="1815"/>
                    <a:pt x="4819" y="1815"/>
                  </a:cubicBezTo>
                  <a:cubicBezTo>
                    <a:pt x="5916" y="1815"/>
                    <a:pt x="7012" y="2261"/>
                    <a:pt x="8015" y="2649"/>
                  </a:cubicBezTo>
                  <a:cubicBezTo>
                    <a:pt x="8116" y="2689"/>
                    <a:pt x="8215" y="2708"/>
                    <a:pt x="8308" y="2708"/>
                  </a:cubicBezTo>
                  <a:cubicBezTo>
                    <a:pt x="9100" y="2708"/>
                    <a:pt x="9559" y="1381"/>
                    <a:pt x="8724" y="981"/>
                  </a:cubicBezTo>
                  <a:cubicBezTo>
                    <a:pt x="7572" y="427"/>
                    <a:pt x="6224" y="1"/>
                    <a:pt x="49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1"/>
            <p:cNvSpPr/>
            <p:nvPr/>
          </p:nvSpPr>
          <p:spPr>
            <a:xfrm>
              <a:off x="6106050" y="2649400"/>
              <a:ext cx="207775" cy="112125"/>
            </a:xfrm>
            <a:custGeom>
              <a:avLst/>
              <a:gdLst/>
              <a:ahLst/>
              <a:cxnLst/>
              <a:rect l="l" t="t" r="r" b="b"/>
              <a:pathLst>
                <a:path w="8311" h="4485" extrusionOk="0">
                  <a:moveTo>
                    <a:pt x="3946" y="0"/>
                  </a:moveTo>
                  <a:cubicBezTo>
                    <a:pt x="2117" y="0"/>
                    <a:pt x="339" y="1052"/>
                    <a:pt x="45" y="3270"/>
                  </a:cubicBezTo>
                  <a:cubicBezTo>
                    <a:pt x="0" y="3626"/>
                    <a:pt x="287" y="3805"/>
                    <a:pt x="584" y="3805"/>
                  </a:cubicBezTo>
                  <a:cubicBezTo>
                    <a:pt x="786" y="3805"/>
                    <a:pt x="992" y="3723"/>
                    <a:pt x="1103" y="3557"/>
                  </a:cubicBezTo>
                  <a:cubicBezTo>
                    <a:pt x="1720" y="2625"/>
                    <a:pt x="2599" y="1802"/>
                    <a:pt x="3769" y="1802"/>
                  </a:cubicBezTo>
                  <a:cubicBezTo>
                    <a:pt x="3850" y="1802"/>
                    <a:pt x="3932" y="1806"/>
                    <a:pt x="4015" y="1814"/>
                  </a:cubicBezTo>
                  <a:cubicBezTo>
                    <a:pt x="5334" y="1926"/>
                    <a:pt x="5857" y="2959"/>
                    <a:pt x="6367" y="4005"/>
                  </a:cubicBezTo>
                  <a:cubicBezTo>
                    <a:pt x="6531" y="4336"/>
                    <a:pt x="6865" y="4484"/>
                    <a:pt x="7206" y="4484"/>
                  </a:cubicBezTo>
                  <a:cubicBezTo>
                    <a:pt x="7749" y="4484"/>
                    <a:pt x="8310" y="4110"/>
                    <a:pt x="8234" y="3507"/>
                  </a:cubicBezTo>
                  <a:cubicBezTo>
                    <a:pt x="7937" y="1217"/>
                    <a:pt x="5913" y="0"/>
                    <a:pt x="39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1"/>
            <p:cNvSpPr/>
            <p:nvPr/>
          </p:nvSpPr>
          <p:spPr>
            <a:xfrm>
              <a:off x="5985875" y="2547500"/>
              <a:ext cx="196600" cy="119575"/>
            </a:xfrm>
            <a:custGeom>
              <a:avLst/>
              <a:gdLst/>
              <a:ahLst/>
              <a:cxnLst/>
              <a:rect l="l" t="t" r="r" b="b"/>
              <a:pathLst>
                <a:path w="7864" h="4783" extrusionOk="0">
                  <a:moveTo>
                    <a:pt x="6676" y="0"/>
                  </a:moveTo>
                  <a:cubicBezTo>
                    <a:pt x="6385" y="0"/>
                    <a:pt x="6110" y="143"/>
                    <a:pt x="5959" y="489"/>
                  </a:cubicBezTo>
                  <a:cubicBezTo>
                    <a:pt x="5511" y="1484"/>
                    <a:pt x="5213" y="2480"/>
                    <a:pt x="4043" y="2841"/>
                  </a:cubicBezTo>
                  <a:cubicBezTo>
                    <a:pt x="3801" y="2916"/>
                    <a:pt x="3561" y="2951"/>
                    <a:pt x="3325" y="2951"/>
                  </a:cubicBezTo>
                  <a:cubicBezTo>
                    <a:pt x="2432" y="2951"/>
                    <a:pt x="1601" y="2455"/>
                    <a:pt x="981" y="1796"/>
                  </a:cubicBezTo>
                  <a:cubicBezTo>
                    <a:pt x="888" y="1699"/>
                    <a:pt x="767" y="1657"/>
                    <a:pt x="645" y="1657"/>
                  </a:cubicBezTo>
                  <a:cubicBezTo>
                    <a:pt x="327" y="1657"/>
                    <a:pt x="0" y="1943"/>
                    <a:pt x="135" y="2293"/>
                  </a:cubicBezTo>
                  <a:cubicBezTo>
                    <a:pt x="706" y="3805"/>
                    <a:pt x="2143" y="4782"/>
                    <a:pt x="3730" y="4782"/>
                  </a:cubicBezTo>
                  <a:cubicBezTo>
                    <a:pt x="3908" y="4782"/>
                    <a:pt x="4087" y="4770"/>
                    <a:pt x="4267" y="4745"/>
                  </a:cubicBezTo>
                  <a:cubicBezTo>
                    <a:pt x="6022" y="4496"/>
                    <a:pt x="7864" y="2853"/>
                    <a:pt x="7764" y="974"/>
                  </a:cubicBezTo>
                  <a:cubicBezTo>
                    <a:pt x="7733" y="430"/>
                    <a:pt x="7180" y="0"/>
                    <a:pt x="66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51"/>
          <p:cNvSpPr txBox="1">
            <a:spLocks noGrp="1"/>
          </p:cNvSpPr>
          <p:nvPr>
            <p:ph type="title" hasCustomPrompt="1"/>
          </p:nvPr>
        </p:nvSpPr>
        <p:spPr>
          <a:xfrm>
            <a:off x="1284000" y="540000"/>
            <a:ext cx="657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64" name="Google Shape;464;p51"/>
          <p:cNvSpPr txBox="1">
            <a:spLocks noGrp="1"/>
          </p:cNvSpPr>
          <p:nvPr>
            <p:ph type="subTitle" idx="1"/>
          </p:nvPr>
        </p:nvSpPr>
        <p:spPr>
          <a:xfrm>
            <a:off x="1284000" y="136830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p51"/>
          <p:cNvSpPr txBox="1">
            <a:spLocks noGrp="1"/>
          </p:cNvSpPr>
          <p:nvPr>
            <p:ph type="title" idx="2" hasCustomPrompt="1"/>
          </p:nvPr>
        </p:nvSpPr>
        <p:spPr>
          <a:xfrm>
            <a:off x="1284000" y="1935000"/>
            <a:ext cx="657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66" name="Google Shape;466;p51"/>
          <p:cNvSpPr txBox="1">
            <a:spLocks noGrp="1"/>
          </p:cNvSpPr>
          <p:nvPr>
            <p:ph type="subTitle" idx="3"/>
          </p:nvPr>
        </p:nvSpPr>
        <p:spPr>
          <a:xfrm>
            <a:off x="1284000" y="276330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51"/>
          <p:cNvSpPr txBox="1">
            <a:spLocks noGrp="1"/>
          </p:cNvSpPr>
          <p:nvPr>
            <p:ph type="title" idx="4" hasCustomPrompt="1"/>
          </p:nvPr>
        </p:nvSpPr>
        <p:spPr>
          <a:xfrm>
            <a:off x="1284000" y="3330013"/>
            <a:ext cx="657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68" name="Google Shape;468;p51"/>
          <p:cNvSpPr txBox="1">
            <a:spLocks noGrp="1"/>
          </p:cNvSpPr>
          <p:nvPr>
            <p:ph type="subTitle" idx="5"/>
          </p:nvPr>
        </p:nvSpPr>
        <p:spPr>
          <a:xfrm>
            <a:off x="1284000" y="4158325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BLANK_1_1_1_1_1_1_3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52"/>
          <p:cNvGrpSpPr/>
          <p:nvPr/>
        </p:nvGrpSpPr>
        <p:grpSpPr>
          <a:xfrm>
            <a:off x="-101030" y="-934618"/>
            <a:ext cx="8991583" cy="2164761"/>
            <a:chOff x="-101030" y="-934618"/>
            <a:chExt cx="8991583" cy="2164761"/>
          </a:xfrm>
        </p:grpSpPr>
        <p:sp>
          <p:nvSpPr>
            <p:cNvPr id="471" name="Google Shape;471;p52"/>
            <p:cNvSpPr/>
            <p:nvPr/>
          </p:nvSpPr>
          <p:spPr>
            <a:xfrm rot="9900054">
              <a:off x="762116" y="-849242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52"/>
            <p:cNvSpPr/>
            <p:nvPr/>
          </p:nvSpPr>
          <p:spPr>
            <a:xfrm rot="899946" flipH="1">
              <a:off x="90366" y="-448792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52"/>
            <p:cNvGrpSpPr/>
            <p:nvPr/>
          </p:nvGrpSpPr>
          <p:grpSpPr>
            <a:xfrm>
              <a:off x="8155940" y="215159"/>
              <a:ext cx="734613" cy="790147"/>
              <a:chOff x="6882175" y="2207400"/>
              <a:chExt cx="465475" cy="500600"/>
            </a:xfrm>
          </p:grpSpPr>
          <p:sp>
            <p:nvSpPr>
              <p:cNvPr id="474" name="Google Shape;474;p52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52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52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77" name="Google Shape;477;p52"/>
          <p:cNvSpPr txBox="1">
            <a:spLocks noGrp="1"/>
          </p:cNvSpPr>
          <p:nvPr>
            <p:ph type="title" hasCustomPrompt="1"/>
          </p:nvPr>
        </p:nvSpPr>
        <p:spPr>
          <a:xfrm>
            <a:off x="906650" y="3197730"/>
            <a:ext cx="2166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24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78" name="Google Shape;478;p52"/>
          <p:cNvSpPr txBox="1">
            <a:spLocks noGrp="1"/>
          </p:cNvSpPr>
          <p:nvPr>
            <p:ph type="subTitle" idx="1"/>
          </p:nvPr>
        </p:nvSpPr>
        <p:spPr>
          <a:xfrm>
            <a:off x="906675" y="3770425"/>
            <a:ext cx="2166600" cy="6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9" name="Google Shape;479;p52"/>
          <p:cNvSpPr txBox="1">
            <a:spLocks noGrp="1"/>
          </p:cNvSpPr>
          <p:nvPr>
            <p:ph type="title" idx="2" hasCustomPrompt="1"/>
          </p:nvPr>
        </p:nvSpPr>
        <p:spPr>
          <a:xfrm>
            <a:off x="3488700" y="3197730"/>
            <a:ext cx="2166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24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80" name="Google Shape;480;p52"/>
          <p:cNvSpPr txBox="1">
            <a:spLocks noGrp="1"/>
          </p:cNvSpPr>
          <p:nvPr>
            <p:ph type="subTitle" idx="3"/>
          </p:nvPr>
        </p:nvSpPr>
        <p:spPr>
          <a:xfrm>
            <a:off x="3488700" y="3770425"/>
            <a:ext cx="2166600" cy="6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2"/>
          <p:cNvSpPr txBox="1">
            <a:spLocks noGrp="1"/>
          </p:cNvSpPr>
          <p:nvPr>
            <p:ph type="title" idx="4" hasCustomPrompt="1"/>
          </p:nvPr>
        </p:nvSpPr>
        <p:spPr>
          <a:xfrm>
            <a:off x="6070750" y="3197713"/>
            <a:ext cx="2166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24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82" name="Google Shape;482;p52"/>
          <p:cNvSpPr txBox="1">
            <a:spLocks noGrp="1"/>
          </p:cNvSpPr>
          <p:nvPr>
            <p:ph type="subTitle" idx="5"/>
          </p:nvPr>
        </p:nvSpPr>
        <p:spPr>
          <a:xfrm>
            <a:off x="6070750" y="3770425"/>
            <a:ext cx="2166600" cy="6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52"/>
          <p:cNvSpPr txBox="1">
            <a:spLocks noGrp="1"/>
          </p:cNvSpPr>
          <p:nvPr>
            <p:ph type="title" idx="6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oogle Shape;485;p53"/>
          <p:cNvGrpSpPr/>
          <p:nvPr/>
        </p:nvGrpSpPr>
        <p:grpSpPr>
          <a:xfrm>
            <a:off x="362675" y="3720276"/>
            <a:ext cx="8400087" cy="1162798"/>
            <a:chOff x="362675" y="3720276"/>
            <a:chExt cx="8400087" cy="1162798"/>
          </a:xfrm>
        </p:grpSpPr>
        <p:sp>
          <p:nvSpPr>
            <p:cNvPr id="486" name="Google Shape;486;p53"/>
            <p:cNvSpPr/>
            <p:nvPr/>
          </p:nvSpPr>
          <p:spPr>
            <a:xfrm>
              <a:off x="7529293" y="3837673"/>
              <a:ext cx="1233469" cy="997769"/>
            </a:xfrm>
            <a:custGeom>
              <a:avLst/>
              <a:gdLst/>
              <a:ahLst/>
              <a:cxnLst/>
              <a:rect l="l" t="t" r="r" b="b"/>
              <a:pathLst>
                <a:path w="33189" h="26847" extrusionOk="0">
                  <a:moveTo>
                    <a:pt x="16061" y="1"/>
                  </a:moveTo>
                  <a:cubicBezTo>
                    <a:pt x="15057" y="1"/>
                    <a:pt x="14022" y="656"/>
                    <a:pt x="13802" y="1680"/>
                  </a:cubicBezTo>
                  <a:cubicBezTo>
                    <a:pt x="13068" y="5028"/>
                    <a:pt x="12607" y="8463"/>
                    <a:pt x="12060" y="11848"/>
                  </a:cubicBezTo>
                  <a:cubicBezTo>
                    <a:pt x="11823" y="13416"/>
                    <a:pt x="11599" y="14984"/>
                    <a:pt x="11375" y="16565"/>
                  </a:cubicBezTo>
                  <a:cubicBezTo>
                    <a:pt x="11114" y="15694"/>
                    <a:pt x="10840" y="14822"/>
                    <a:pt x="10579" y="13951"/>
                  </a:cubicBezTo>
                  <a:cubicBezTo>
                    <a:pt x="9770" y="11139"/>
                    <a:pt x="9235" y="8226"/>
                    <a:pt x="8363" y="5439"/>
                  </a:cubicBezTo>
                  <a:cubicBezTo>
                    <a:pt x="8081" y="4455"/>
                    <a:pt x="7182" y="3800"/>
                    <a:pt x="6181" y="3800"/>
                  </a:cubicBezTo>
                  <a:cubicBezTo>
                    <a:pt x="6079" y="3800"/>
                    <a:pt x="5977" y="3807"/>
                    <a:pt x="5874" y="3821"/>
                  </a:cubicBezTo>
                  <a:cubicBezTo>
                    <a:pt x="4879" y="3970"/>
                    <a:pt x="3759" y="4903"/>
                    <a:pt x="3908" y="6048"/>
                  </a:cubicBezTo>
                  <a:cubicBezTo>
                    <a:pt x="4306" y="9110"/>
                    <a:pt x="5289" y="12209"/>
                    <a:pt x="6310" y="15134"/>
                  </a:cubicBezTo>
                  <a:cubicBezTo>
                    <a:pt x="6808" y="16527"/>
                    <a:pt x="7330" y="17934"/>
                    <a:pt x="7928" y="19278"/>
                  </a:cubicBezTo>
                  <a:cubicBezTo>
                    <a:pt x="8003" y="19440"/>
                    <a:pt x="8077" y="19614"/>
                    <a:pt x="8152" y="19776"/>
                  </a:cubicBezTo>
                  <a:cubicBezTo>
                    <a:pt x="7604" y="19340"/>
                    <a:pt x="7119" y="18830"/>
                    <a:pt x="6683" y="18282"/>
                  </a:cubicBezTo>
                  <a:cubicBezTo>
                    <a:pt x="5028" y="16154"/>
                    <a:pt x="4157" y="13565"/>
                    <a:pt x="2365" y="11537"/>
                  </a:cubicBezTo>
                  <a:cubicBezTo>
                    <a:pt x="2137" y="11278"/>
                    <a:pt x="1869" y="11170"/>
                    <a:pt x="1604" y="11170"/>
                  </a:cubicBezTo>
                  <a:cubicBezTo>
                    <a:pt x="1003" y="11170"/>
                    <a:pt x="418" y="11731"/>
                    <a:pt x="349" y="12371"/>
                  </a:cubicBezTo>
                  <a:cubicBezTo>
                    <a:pt x="0" y="15631"/>
                    <a:pt x="1531" y="18942"/>
                    <a:pt x="3497" y="21468"/>
                  </a:cubicBezTo>
                  <a:cubicBezTo>
                    <a:pt x="5725" y="24318"/>
                    <a:pt x="8911" y="25949"/>
                    <a:pt x="12446" y="26534"/>
                  </a:cubicBezTo>
                  <a:cubicBezTo>
                    <a:pt x="13698" y="26742"/>
                    <a:pt x="15004" y="26847"/>
                    <a:pt x="16330" y="26847"/>
                  </a:cubicBezTo>
                  <a:cubicBezTo>
                    <a:pt x="21910" y="26847"/>
                    <a:pt x="27855" y="24986"/>
                    <a:pt x="31736" y="21095"/>
                  </a:cubicBezTo>
                  <a:cubicBezTo>
                    <a:pt x="33189" y="19622"/>
                    <a:pt x="31850" y="17107"/>
                    <a:pt x="30119" y="17107"/>
                  </a:cubicBezTo>
                  <a:cubicBezTo>
                    <a:pt x="29743" y="17107"/>
                    <a:pt x="29349" y="17225"/>
                    <a:pt x="28961" y="17498"/>
                  </a:cubicBezTo>
                  <a:cubicBezTo>
                    <a:pt x="26634" y="19129"/>
                    <a:pt x="24468" y="20635"/>
                    <a:pt x="21718" y="21443"/>
                  </a:cubicBezTo>
                  <a:cubicBezTo>
                    <a:pt x="20834" y="21705"/>
                    <a:pt x="19938" y="21904"/>
                    <a:pt x="19029" y="22041"/>
                  </a:cubicBezTo>
                  <a:cubicBezTo>
                    <a:pt x="19863" y="21120"/>
                    <a:pt x="20685" y="20174"/>
                    <a:pt x="21494" y="19228"/>
                  </a:cubicBezTo>
                  <a:cubicBezTo>
                    <a:pt x="23584" y="16776"/>
                    <a:pt x="25588" y="14287"/>
                    <a:pt x="27542" y="11748"/>
                  </a:cubicBezTo>
                  <a:cubicBezTo>
                    <a:pt x="28314" y="10753"/>
                    <a:pt x="27704" y="9147"/>
                    <a:pt x="26721" y="8575"/>
                  </a:cubicBezTo>
                  <a:cubicBezTo>
                    <a:pt x="26347" y="8355"/>
                    <a:pt x="25969" y="8256"/>
                    <a:pt x="25602" y="8256"/>
                  </a:cubicBezTo>
                  <a:cubicBezTo>
                    <a:pt x="24807" y="8256"/>
                    <a:pt x="24067" y="8719"/>
                    <a:pt x="23547" y="9409"/>
                  </a:cubicBezTo>
                  <a:cubicBezTo>
                    <a:pt x="21755" y="11786"/>
                    <a:pt x="19925" y="14150"/>
                    <a:pt x="18059" y="16478"/>
                  </a:cubicBezTo>
                  <a:cubicBezTo>
                    <a:pt x="17138" y="17623"/>
                    <a:pt x="16217" y="18768"/>
                    <a:pt x="15296" y="19925"/>
                  </a:cubicBezTo>
                  <a:lnTo>
                    <a:pt x="15246" y="19987"/>
                  </a:lnTo>
                  <a:cubicBezTo>
                    <a:pt x="15370" y="19241"/>
                    <a:pt x="15470" y="18481"/>
                    <a:pt x="15594" y="17760"/>
                  </a:cubicBezTo>
                  <a:cubicBezTo>
                    <a:pt x="15881" y="16104"/>
                    <a:pt x="16179" y="14449"/>
                    <a:pt x="16453" y="12806"/>
                  </a:cubicBezTo>
                  <a:cubicBezTo>
                    <a:pt x="17026" y="9496"/>
                    <a:pt x="17735" y="6210"/>
                    <a:pt x="18233" y="2900"/>
                  </a:cubicBezTo>
                  <a:cubicBezTo>
                    <a:pt x="18419" y="1680"/>
                    <a:pt x="17922" y="435"/>
                    <a:pt x="16627" y="75"/>
                  </a:cubicBezTo>
                  <a:cubicBezTo>
                    <a:pt x="16444" y="25"/>
                    <a:pt x="16253" y="1"/>
                    <a:pt x="160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53"/>
            <p:cNvSpPr/>
            <p:nvPr/>
          </p:nvSpPr>
          <p:spPr>
            <a:xfrm>
              <a:off x="7261468" y="4248480"/>
              <a:ext cx="756717" cy="535287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8" name="Google Shape;488;p53"/>
            <p:cNvGrpSpPr/>
            <p:nvPr/>
          </p:nvGrpSpPr>
          <p:grpSpPr>
            <a:xfrm rot="-690198">
              <a:off x="452851" y="3802767"/>
              <a:ext cx="927802" cy="997815"/>
              <a:chOff x="6882175" y="2207400"/>
              <a:chExt cx="465475" cy="500600"/>
            </a:xfrm>
          </p:grpSpPr>
          <p:sp>
            <p:nvSpPr>
              <p:cNvPr id="489" name="Google Shape;489;p53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53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53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92" name="Google Shape;492;p53"/>
          <p:cNvSpPr txBox="1">
            <a:spLocks noGrp="1"/>
          </p:cNvSpPr>
          <p:nvPr>
            <p:ph type="ctrTitle"/>
          </p:nvPr>
        </p:nvSpPr>
        <p:spPr>
          <a:xfrm>
            <a:off x="2429950" y="669825"/>
            <a:ext cx="4284000" cy="99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3" name="Google Shape;493;p53"/>
          <p:cNvSpPr txBox="1">
            <a:spLocks noGrp="1"/>
          </p:cNvSpPr>
          <p:nvPr>
            <p:ph type="subTitle" idx="1"/>
          </p:nvPr>
        </p:nvSpPr>
        <p:spPr>
          <a:xfrm>
            <a:off x="2425075" y="1667625"/>
            <a:ext cx="4293900" cy="13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94" name="Google Shape;494;p53"/>
          <p:cNvSpPr txBox="1"/>
          <p:nvPr/>
        </p:nvSpPr>
        <p:spPr>
          <a:xfrm>
            <a:off x="1842925" y="3498450"/>
            <a:ext cx="5458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Glegoo"/>
                <a:ea typeface="Glegoo"/>
                <a:cs typeface="Glegoo"/>
                <a:sym typeface="Glego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Glegoo"/>
                <a:ea typeface="Glegoo"/>
                <a:cs typeface="Glegoo"/>
                <a:sym typeface="Glego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rPr>
              <a:t>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Glegoo"/>
                <a:ea typeface="Glegoo"/>
                <a:cs typeface="Glegoo"/>
                <a:sym typeface="Glego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7" name="Google Shape;497;p55"/>
          <p:cNvGrpSpPr/>
          <p:nvPr/>
        </p:nvGrpSpPr>
        <p:grpSpPr>
          <a:xfrm flipH="1">
            <a:off x="8086788" y="280000"/>
            <a:ext cx="684225" cy="757500"/>
            <a:chOff x="4302200" y="1018850"/>
            <a:chExt cx="684225" cy="757500"/>
          </a:xfrm>
        </p:grpSpPr>
        <p:sp>
          <p:nvSpPr>
            <p:cNvPr id="498" name="Google Shape;498;p55"/>
            <p:cNvSpPr/>
            <p:nvPr/>
          </p:nvSpPr>
          <p:spPr>
            <a:xfrm>
              <a:off x="4302200" y="1018850"/>
              <a:ext cx="562575" cy="519550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5"/>
            <p:cNvSpPr/>
            <p:nvPr/>
          </p:nvSpPr>
          <p:spPr>
            <a:xfrm>
              <a:off x="4650075" y="1539425"/>
              <a:ext cx="264800" cy="236925"/>
            </a:xfrm>
            <a:custGeom>
              <a:avLst/>
              <a:gdLst/>
              <a:ahLst/>
              <a:cxnLst/>
              <a:rect l="l" t="t" r="r" b="b"/>
              <a:pathLst>
                <a:path w="10592" h="9477" extrusionOk="0">
                  <a:moveTo>
                    <a:pt x="4087" y="0"/>
                  </a:moveTo>
                  <a:cubicBezTo>
                    <a:pt x="1792" y="0"/>
                    <a:pt x="0" y="3712"/>
                    <a:pt x="411" y="5915"/>
                  </a:cubicBezTo>
                  <a:cubicBezTo>
                    <a:pt x="813" y="8111"/>
                    <a:pt x="2912" y="9476"/>
                    <a:pt x="5005" y="9476"/>
                  </a:cubicBezTo>
                  <a:cubicBezTo>
                    <a:pt x="5891" y="9476"/>
                    <a:pt x="6775" y="9232"/>
                    <a:pt x="7530" y="8703"/>
                  </a:cubicBezTo>
                  <a:cubicBezTo>
                    <a:pt x="10019" y="6961"/>
                    <a:pt x="10591" y="2331"/>
                    <a:pt x="7691" y="638"/>
                  </a:cubicBezTo>
                  <a:cubicBezTo>
                    <a:pt x="7191" y="321"/>
                    <a:pt x="6612" y="155"/>
                    <a:pt x="6026" y="155"/>
                  </a:cubicBezTo>
                  <a:cubicBezTo>
                    <a:pt x="5738" y="155"/>
                    <a:pt x="5448" y="196"/>
                    <a:pt x="5165" y="278"/>
                  </a:cubicBezTo>
                  <a:cubicBezTo>
                    <a:pt x="4798" y="87"/>
                    <a:pt x="4436" y="0"/>
                    <a:pt x="40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5"/>
            <p:cNvSpPr/>
            <p:nvPr/>
          </p:nvSpPr>
          <p:spPr>
            <a:xfrm>
              <a:off x="4860150" y="1437525"/>
              <a:ext cx="44450" cy="40400"/>
            </a:xfrm>
            <a:custGeom>
              <a:avLst/>
              <a:gdLst/>
              <a:ahLst/>
              <a:cxnLst/>
              <a:rect l="l" t="t" r="r" b="b"/>
              <a:pathLst>
                <a:path w="1778" h="1616" extrusionOk="0">
                  <a:moveTo>
                    <a:pt x="856" y="0"/>
                  </a:moveTo>
                  <a:cubicBezTo>
                    <a:pt x="413" y="0"/>
                    <a:pt x="1" y="391"/>
                    <a:pt x="97" y="919"/>
                  </a:cubicBezTo>
                  <a:cubicBezTo>
                    <a:pt x="147" y="1317"/>
                    <a:pt x="496" y="1616"/>
                    <a:pt x="906" y="1616"/>
                  </a:cubicBezTo>
                  <a:cubicBezTo>
                    <a:pt x="1267" y="1616"/>
                    <a:pt x="1591" y="1367"/>
                    <a:pt x="1703" y="1018"/>
                  </a:cubicBezTo>
                  <a:cubicBezTo>
                    <a:pt x="1777" y="732"/>
                    <a:pt x="1678" y="421"/>
                    <a:pt x="1441" y="247"/>
                  </a:cubicBezTo>
                  <a:lnTo>
                    <a:pt x="1392" y="222"/>
                  </a:lnTo>
                  <a:cubicBezTo>
                    <a:pt x="1231" y="68"/>
                    <a:pt x="1041" y="0"/>
                    <a:pt x="8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5"/>
            <p:cNvSpPr/>
            <p:nvPr/>
          </p:nvSpPr>
          <p:spPr>
            <a:xfrm>
              <a:off x="4513775" y="1594125"/>
              <a:ext cx="95850" cy="88225"/>
            </a:xfrm>
            <a:custGeom>
              <a:avLst/>
              <a:gdLst/>
              <a:ahLst/>
              <a:cxnLst/>
              <a:rect l="l" t="t" r="r" b="b"/>
              <a:pathLst>
                <a:path w="3834" h="3529" extrusionOk="0">
                  <a:moveTo>
                    <a:pt x="2115" y="0"/>
                  </a:moveTo>
                  <a:cubicBezTo>
                    <a:pt x="2071" y="0"/>
                    <a:pt x="2025" y="2"/>
                    <a:pt x="1980" y="6"/>
                  </a:cubicBezTo>
                  <a:cubicBezTo>
                    <a:pt x="1507" y="31"/>
                    <a:pt x="1059" y="243"/>
                    <a:pt x="735" y="591"/>
                  </a:cubicBezTo>
                  <a:cubicBezTo>
                    <a:pt x="548" y="790"/>
                    <a:pt x="399" y="1039"/>
                    <a:pt x="324" y="1301"/>
                  </a:cubicBezTo>
                  <a:cubicBezTo>
                    <a:pt x="63" y="1637"/>
                    <a:pt x="1" y="2097"/>
                    <a:pt x="175" y="2483"/>
                  </a:cubicBezTo>
                  <a:cubicBezTo>
                    <a:pt x="312" y="2819"/>
                    <a:pt x="598" y="3055"/>
                    <a:pt x="947" y="3142"/>
                  </a:cubicBezTo>
                  <a:cubicBezTo>
                    <a:pt x="1258" y="3379"/>
                    <a:pt x="1644" y="3516"/>
                    <a:pt x="2042" y="3528"/>
                  </a:cubicBezTo>
                  <a:cubicBezTo>
                    <a:pt x="2050" y="3528"/>
                    <a:pt x="2057" y="3528"/>
                    <a:pt x="2065" y="3528"/>
                  </a:cubicBezTo>
                  <a:cubicBezTo>
                    <a:pt x="3038" y="3528"/>
                    <a:pt x="3834" y="2737"/>
                    <a:pt x="3822" y="1761"/>
                  </a:cubicBezTo>
                  <a:cubicBezTo>
                    <a:pt x="3798" y="847"/>
                    <a:pt x="3049" y="0"/>
                    <a:pt x="211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5"/>
            <p:cNvSpPr/>
            <p:nvPr/>
          </p:nvSpPr>
          <p:spPr>
            <a:xfrm>
              <a:off x="4421525" y="1549850"/>
              <a:ext cx="46700" cy="40775"/>
            </a:xfrm>
            <a:custGeom>
              <a:avLst/>
              <a:gdLst/>
              <a:ahLst/>
              <a:cxnLst/>
              <a:rect l="l" t="t" r="r" b="b"/>
              <a:pathLst>
                <a:path w="1868" h="1631" extrusionOk="0">
                  <a:moveTo>
                    <a:pt x="934" y="1"/>
                  </a:moveTo>
                  <a:cubicBezTo>
                    <a:pt x="467" y="1"/>
                    <a:pt x="1" y="327"/>
                    <a:pt x="156" y="981"/>
                  </a:cubicBezTo>
                  <a:lnTo>
                    <a:pt x="181" y="1080"/>
                  </a:lnTo>
                  <a:cubicBezTo>
                    <a:pt x="293" y="1447"/>
                    <a:pt x="614" y="1631"/>
                    <a:pt x="934" y="1631"/>
                  </a:cubicBezTo>
                  <a:cubicBezTo>
                    <a:pt x="1255" y="1631"/>
                    <a:pt x="1575" y="1447"/>
                    <a:pt x="1687" y="1080"/>
                  </a:cubicBezTo>
                  <a:lnTo>
                    <a:pt x="1712" y="981"/>
                  </a:lnTo>
                  <a:cubicBezTo>
                    <a:pt x="1868" y="327"/>
                    <a:pt x="1401" y="1"/>
                    <a:pt x="9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5"/>
            <p:cNvSpPr/>
            <p:nvPr/>
          </p:nvSpPr>
          <p:spPr>
            <a:xfrm>
              <a:off x="4446900" y="1740500"/>
              <a:ext cx="45450" cy="35175"/>
            </a:xfrm>
            <a:custGeom>
              <a:avLst/>
              <a:gdLst/>
              <a:ahLst/>
              <a:cxnLst/>
              <a:rect l="l" t="t" r="r" b="b"/>
              <a:pathLst>
                <a:path w="1818" h="1407" extrusionOk="0">
                  <a:moveTo>
                    <a:pt x="909" y="1"/>
                  </a:moveTo>
                  <a:cubicBezTo>
                    <a:pt x="0" y="1"/>
                    <a:pt x="0" y="1407"/>
                    <a:pt x="909" y="1407"/>
                  </a:cubicBezTo>
                  <a:cubicBezTo>
                    <a:pt x="1817" y="1407"/>
                    <a:pt x="1817" y="1"/>
                    <a:pt x="9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5"/>
            <p:cNvSpPr/>
            <p:nvPr/>
          </p:nvSpPr>
          <p:spPr>
            <a:xfrm>
              <a:off x="4888625" y="1264275"/>
              <a:ext cx="97800" cy="98300"/>
            </a:xfrm>
            <a:custGeom>
              <a:avLst/>
              <a:gdLst/>
              <a:ahLst/>
              <a:cxnLst/>
              <a:rect l="l" t="t" r="r" b="b"/>
              <a:pathLst>
                <a:path w="3912" h="3932" extrusionOk="0">
                  <a:moveTo>
                    <a:pt x="1905" y="0"/>
                  </a:moveTo>
                  <a:cubicBezTo>
                    <a:pt x="1706" y="0"/>
                    <a:pt x="1505" y="34"/>
                    <a:pt x="1311" y="107"/>
                  </a:cubicBezTo>
                  <a:cubicBezTo>
                    <a:pt x="526" y="406"/>
                    <a:pt x="16" y="1165"/>
                    <a:pt x="16" y="1999"/>
                  </a:cubicBezTo>
                  <a:cubicBezTo>
                    <a:pt x="1" y="3177"/>
                    <a:pt x="1029" y="3931"/>
                    <a:pt x="2033" y="3931"/>
                  </a:cubicBezTo>
                  <a:cubicBezTo>
                    <a:pt x="2652" y="3931"/>
                    <a:pt x="3262" y="3645"/>
                    <a:pt x="3613" y="2995"/>
                  </a:cubicBezTo>
                  <a:cubicBezTo>
                    <a:pt x="3862" y="2522"/>
                    <a:pt x="3912" y="1962"/>
                    <a:pt x="3725" y="1452"/>
                  </a:cubicBezTo>
                  <a:cubicBezTo>
                    <a:pt x="3675" y="1240"/>
                    <a:pt x="3588" y="1041"/>
                    <a:pt x="3464" y="854"/>
                  </a:cubicBezTo>
                  <a:cubicBezTo>
                    <a:pt x="3116" y="328"/>
                    <a:pt x="2519" y="0"/>
                    <a:pt x="1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Google Shape;506;p56"/>
          <p:cNvGrpSpPr/>
          <p:nvPr/>
        </p:nvGrpSpPr>
        <p:grpSpPr>
          <a:xfrm>
            <a:off x="477372" y="274307"/>
            <a:ext cx="8301339" cy="4704219"/>
            <a:chOff x="477372" y="274307"/>
            <a:chExt cx="8301339" cy="4704219"/>
          </a:xfrm>
        </p:grpSpPr>
        <p:grpSp>
          <p:nvGrpSpPr>
            <p:cNvPr id="507" name="Google Shape;507;p56"/>
            <p:cNvGrpSpPr/>
            <p:nvPr/>
          </p:nvGrpSpPr>
          <p:grpSpPr>
            <a:xfrm flipH="1">
              <a:off x="477372" y="3933006"/>
              <a:ext cx="1201654" cy="1045519"/>
              <a:chOff x="3918275" y="2946475"/>
              <a:chExt cx="1042650" cy="907175"/>
            </a:xfrm>
          </p:grpSpPr>
          <p:sp>
            <p:nvSpPr>
              <p:cNvPr id="508" name="Google Shape;508;p56"/>
              <p:cNvSpPr/>
              <p:nvPr/>
            </p:nvSpPr>
            <p:spPr>
              <a:xfrm>
                <a:off x="3918275" y="2946475"/>
                <a:ext cx="1042650" cy="907175"/>
              </a:xfrm>
              <a:custGeom>
                <a:avLst/>
                <a:gdLst/>
                <a:ahLst/>
                <a:cxnLst/>
                <a:rect l="l" t="t" r="r" b="b"/>
                <a:pathLst>
                  <a:path w="41706" h="36287" extrusionOk="0">
                    <a:moveTo>
                      <a:pt x="8643" y="1"/>
                    </a:moveTo>
                    <a:cubicBezTo>
                      <a:pt x="7881" y="1"/>
                      <a:pt x="7133" y="104"/>
                      <a:pt x="6472" y="498"/>
                    </a:cubicBezTo>
                    <a:cubicBezTo>
                      <a:pt x="5177" y="1270"/>
                      <a:pt x="4754" y="2676"/>
                      <a:pt x="4331" y="4033"/>
                    </a:cubicBezTo>
                    <a:cubicBezTo>
                      <a:pt x="2414" y="9944"/>
                      <a:pt x="610" y="16217"/>
                      <a:pt x="100" y="22427"/>
                    </a:cubicBezTo>
                    <a:cubicBezTo>
                      <a:pt x="0" y="23622"/>
                      <a:pt x="772" y="24580"/>
                      <a:pt x="1929" y="24804"/>
                    </a:cubicBezTo>
                    <a:cubicBezTo>
                      <a:pt x="2369" y="24889"/>
                      <a:pt x="2790" y="24920"/>
                      <a:pt x="3204" y="24920"/>
                    </a:cubicBezTo>
                    <a:cubicBezTo>
                      <a:pt x="4183" y="24920"/>
                      <a:pt x="5120" y="24751"/>
                      <a:pt x="6161" y="24742"/>
                    </a:cubicBezTo>
                    <a:cubicBezTo>
                      <a:pt x="6422" y="24742"/>
                      <a:pt x="6671" y="24580"/>
                      <a:pt x="6783" y="24344"/>
                    </a:cubicBezTo>
                    <a:cubicBezTo>
                      <a:pt x="7218" y="24095"/>
                      <a:pt x="7567" y="23722"/>
                      <a:pt x="7803" y="23274"/>
                    </a:cubicBezTo>
                    <a:cubicBezTo>
                      <a:pt x="8662" y="21618"/>
                      <a:pt x="9073" y="19801"/>
                      <a:pt x="10081" y="18183"/>
                    </a:cubicBezTo>
                    <a:cubicBezTo>
                      <a:pt x="11064" y="16553"/>
                      <a:pt x="12284" y="15060"/>
                      <a:pt x="13678" y="13765"/>
                    </a:cubicBezTo>
                    <a:cubicBezTo>
                      <a:pt x="15604" y="12025"/>
                      <a:pt x="17730" y="11019"/>
                      <a:pt x="20030" y="11019"/>
                    </a:cubicBezTo>
                    <a:cubicBezTo>
                      <a:pt x="21119" y="11019"/>
                      <a:pt x="22247" y="11244"/>
                      <a:pt x="23410" y="11724"/>
                    </a:cubicBezTo>
                    <a:cubicBezTo>
                      <a:pt x="30629" y="14711"/>
                      <a:pt x="32919" y="23435"/>
                      <a:pt x="29508" y="30044"/>
                    </a:cubicBezTo>
                    <a:cubicBezTo>
                      <a:pt x="29011" y="31002"/>
                      <a:pt x="29322" y="32160"/>
                      <a:pt x="30006" y="32956"/>
                    </a:cubicBezTo>
                    <a:cubicBezTo>
                      <a:pt x="30268" y="33404"/>
                      <a:pt x="30691" y="33740"/>
                      <a:pt x="31189" y="33914"/>
                    </a:cubicBezTo>
                    <a:cubicBezTo>
                      <a:pt x="33279" y="34649"/>
                      <a:pt x="35370" y="35383"/>
                      <a:pt x="37461" y="36142"/>
                    </a:cubicBezTo>
                    <a:cubicBezTo>
                      <a:pt x="37729" y="36240"/>
                      <a:pt x="38020" y="36287"/>
                      <a:pt x="38315" y="36287"/>
                    </a:cubicBezTo>
                    <a:cubicBezTo>
                      <a:pt x="39526" y="36287"/>
                      <a:pt x="40804" y="35495"/>
                      <a:pt x="40834" y="34163"/>
                    </a:cubicBezTo>
                    <a:cubicBezTo>
                      <a:pt x="41008" y="28190"/>
                      <a:pt x="41182" y="22228"/>
                      <a:pt x="41357" y="16267"/>
                    </a:cubicBezTo>
                    <a:cubicBezTo>
                      <a:pt x="41406" y="14798"/>
                      <a:pt x="41456" y="13342"/>
                      <a:pt x="41494" y="11873"/>
                    </a:cubicBezTo>
                    <a:cubicBezTo>
                      <a:pt x="41518" y="10604"/>
                      <a:pt x="41705" y="9198"/>
                      <a:pt x="41207" y="7990"/>
                    </a:cubicBezTo>
                    <a:cubicBezTo>
                      <a:pt x="40149" y="5439"/>
                      <a:pt x="36503" y="4991"/>
                      <a:pt x="34163" y="4331"/>
                    </a:cubicBezTo>
                    <a:cubicBezTo>
                      <a:pt x="29036" y="2888"/>
                      <a:pt x="23821" y="1780"/>
                      <a:pt x="18556" y="996"/>
                    </a:cubicBezTo>
                    <a:cubicBezTo>
                      <a:pt x="15843" y="598"/>
                      <a:pt x="13118" y="287"/>
                      <a:pt x="10392" y="100"/>
                    </a:cubicBezTo>
                    <a:cubicBezTo>
                      <a:pt x="9824" y="62"/>
                      <a:pt x="9230" y="1"/>
                      <a:pt x="864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56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56"/>
              <p:cNvSpPr/>
              <p:nvPr/>
            </p:nvSpPr>
            <p:spPr>
              <a:xfrm>
                <a:off x="4319625" y="3255425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56"/>
              <p:cNvSpPr/>
              <p:nvPr/>
            </p:nvSpPr>
            <p:spPr>
              <a:xfrm>
                <a:off x="4211350" y="3207500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56"/>
              <p:cNvSpPr/>
              <p:nvPr/>
            </p:nvSpPr>
            <p:spPr>
              <a:xfrm>
                <a:off x="4313725" y="3061550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56"/>
              <p:cNvSpPr/>
              <p:nvPr/>
            </p:nvSpPr>
            <p:spPr>
              <a:xfrm>
                <a:off x="4450625" y="3079200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56"/>
              <p:cNvSpPr/>
              <p:nvPr/>
            </p:nvSpPr>
            <p:spPr>
              <a:xfrm>
                <a:off x="4617075" y="3152825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56"/>
              <p:cNvSpPr/>
              <p:nvPr/>
            </p:nvSpPr>
            <p:spPr>
              <a:xfrm>
                <a:off x="4496975" y="3293050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56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7" name="Google Shape;517;p56"/>
            <p:cNvGrpSpPr/>
            <p:nvPr/>
          </p:nvGrpSpPr>
          <p:grpSpPr>
            <a:xfrm rot="10800000">
              <a:off x="8079087" y="274307"/>
              <a:ext cx="699624" cy="760571"/>
              <a:chOff x="8472500" y="116350"/>
              <a:chExt cx="573886" cy="623879"/>
            </a:xfrm>
          </p:grpSpPr>
          <p:sp>
            <p:nvSpPr>
              <p:cNvPr id="518" name="Google Shape;518;p56"/>
              <p:cNvSpPr/>
              <p:nvPr/>
            </p:nvSpPr>
            <p:spPr>
              <a:xfrm>
                <a:off x="8850559" y="11635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56"/>
              <p:cNvSpPr/>
              <p:nvPr/>
            </p:nvSpPr>
            <p:spPr>
              <a:xfrm>
                <a:off x="8732698" y="480857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56"/>
              <p:cNvSpPr/>
              <p:nvPr/>
            </p:nvSpPr>
            <p:spPr>
              <a:xfrm>
                <a:off x="8631796" y="284314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56"/>
              <p:cNvSpPr/>
              <p:nvPr/>
            </p:nvSpPr>
            <p:spPr>
              <a:xfrm>
                <a:off x="8472500" y="616574"/>
                <a:ext cx="137447" cy="12365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7"/>
          <p:cNvGrpSpPr/>
          <p:nvPr/>
        </p:nvGrpSpPr>
        <p:grpSpPr>
          <a:xfrm>
            <a:off x="515512" y="400600"/>
            <a:ext cx="7991645" cy="4391063"/>
            <a:chOff x="515512" y="400600"/>
            <a:chExt cx="7991645" cy="4391063"/>
          </a:xfrm>
        </p:grpSpPr>
        <p:grpSp>
          <p:nvGrpSpPr>
            <p:cNvPr id="524" name="Google Shape;524;p57"/>
            <p:cNvGrpSpPr/>
            <p:nvPr/>
          </p:nvGrpSpPr>
          <p:grpSpPr>
            <a:xfrm>
              <a:off x="7455142" y="3893946"/>
              <a:ext cx="1052016" cy="897716"/>
              <a:chOff x="6501025" y="2106525"/>
              <a:chExt cx="846625" cy="722450"/>
            </a:xfrm>
          </p:grpSpPr>
          <p:sp>
            <p:nvSpPr>
              <p:cNvPr id="525" name="Google Shape;525;p57"/>
              <p:cNvSpPr/>
              <p:nvPr/>
            </p:nvSpPr>
            <p:spPr>
              <a:xfrm>
                <a:off x="6501025" y="2106525"/>
                <a:ext cx="728400" cy="722450"/>
              </a:xfrm>
              <a:custGeom>
                <a:avLst/>
                <a:gdLst/>
                <a:ahLst/>
                <a:cxnLst/>
                <a:rect l="l" t="t" r="r" b="b"/>
                <a:pathLst>
                  <a:path w="29136" h="28898" extrusionOk="0">
                    <a:moveTo>
                      <a:pt x="16801" y="1"/>
                    </a:moveTo>
                    <a:cubicBezTo>
                      <a:pt x="14850" y="1"/>
                      <a:pt x="13073" y="910"/>
                      <a:pt x="12260" y="3294"/>
                    </a:cubicBezTo>
                    <a:cubicBezTo>
                      <a:pt x="11550" y="5347"/>
                      <a:pt x="12421" y="7177"/>
                      <a:pt x="13765" y="8720"/>
                    </a:cubicBezTo>
                    <a:cubicBezTo>
                      <a:pt x="14201" y="9218"/>
                      <a:pt x="14662" y="9691"/>
                      <a:pt x="15110" y="10176"/>
                    </a:cubicBezTo>
                    <a:cubicBezTo>
                      <a:pt x="14736" y="9952"/>
                      <a:pt x="14375" y="9740"/>
                      <a:pt x="14002" y="9529"/>
                    </a:cubicBezTo>
                    <a:cubicBezTo>
                      <a:pt x="13005" y="8952"/>
                      <a:pt x="11846" y="8552"/>
                      <a:pt x="10727" y="8552"/>
                    </a:cubicBezTo>
                    <a:cubicBezTo>
                      <a:pt x="9626" y="8552"/>
                      <a:pt x="8563" y="8939"/>
                      <a:pt x="7729" y="9927"/>
                    </a:cubicBezTo>
                    <a:cubicBezTo>
                      <a:pt x="5975" y="12005"/>
                      <a:pt x="6659" y="14719"/>
                      <a:pt x="8439" y="16498"/>
                    </a:cubicBezTo>
                    <a:cubicBezTo>
                      <a:pt x="8725" y="16785"/>
                      <a:pt x="9036" y="17046"/>
                      <a:pt x="9347" y="17307"/>
                    </a:cubicBezTo>
                    <a:cubicBezTo>
                      <a:pt x="8512" y="16961"/>
                      <a:pt x="7623" y="16766"/>
                      <a:pt x="6753" y="16766"/>
                    </a:cubicBezTo>
                    <a:cubicBezTo>
                      <a:pt x="5588" y="16766"/>
                      <a:pt x="4460" y="17117"/>
                      <a:pt x="3548" y="17930"/>
                    </a:cubicBezTo>
                    <a:cubicBezTo>
                      <a:pt x="1" y="21078"/>
                      <a:pt x="3050" y="25621"/>
                      <a:pt x="6273" y="27413"/>
                    </a:cubicBezTo>
                    <a:cubicBezTo>
                      <a:pt x="8099" y="28439"/>
                      <a:pt x="10073" y="28898"/>
                      <a:pt x="12054" y="28898"/>
                    </a:cubicBezTo>
                    <a:cubicBezTo>
                      <a:pt x="17232" y="28898"/>
                      <a:pt x="22461" y="25767"/>
                      <a:pt x="25215" y="21464"/>
                    </a:cubicBezTo>
                    <a:cubicBezTo>
                      <a:pt x="29136" y="15316"/>
                      <a:pt x="28053" y="6629"/>
                      <a:pt x="22191" y="2012"/>
                    </a:cubicBezTo>
                    <a:cubicBezTo>
                      <a:pt x="20699" y="836"/>
                      <a:pt x="18670" y="1"/>
                      <a:pt x="1680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57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57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57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29" name="Google Shape;529;p57"/>
            <p:cNvGrpSpPr/>
            <p:nvPr/>
          </p:nvGrpSpPr>
          <p:grpSpPr>
            <a:xfrm flipH="1">
              <a:off x="515512" y="400600"/>
              <a:ext cx="1052009" cy="789635"/>
              <a:chOff x="8089048" y="269900"/>
              <a:chExt cx="767162" cy="575829"/>
            </a:xfrm>
          </p:grpSpPr>
          <p:sp>
            <p:nvSpPr>
              <p:cNvPr id="530" name="Google Shape;530;p57"/>
              <p:cNvSpPr/>
              <p:nvPr/>
            </p:nvSpPr>
            <p:spPr>
              <a:xfrm>
                <a:off x="8660384" y="26990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57"/>
              <p:cNvSpPr/>
              <p:nvPr/>
            </p:nvSpPr>
            <p:spPr>
              <a:xfrm>
                <a:off x="8369973" y="534995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57"/>
              <p:cNvSpPr/>
              <p:nvPr/>
            </p:nvSpPr>
            <p:spPr>
              <a:xfrm>
                <a:off x="8097521" y="346952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57"/>
              <p:cNvSpPr/>
              <p:nvPr/>
            </p:nvSpPr>
            <p:spPr>
              <a:xfrm>
                <a:off x="8089048" y="74463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ctrTitle"/>
          </p:nvPr>
        </p:nvSpPr>
        <p:spPr>
          <a:xfrm>
            <a:off x="2181100" y="886350"/>
            <a:ext cx="4782000" cy="187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39" name="Google Shape;539;p59"/>
          <p:cNvSpPr txBox="1">
            <a:spLocks noGrp="1"/>
          </p:cNvSpPr>
          <p:nvPr>
            <p:ph type="subTitle" idx="1"/>
          </p:nvPr>
        </p:nvSpPr>
        <p:spPr>
          <a:xfrm>
            <a:off x="1802025" y="3650700"/>
            <a:ext cx="5540100" cy="500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40" name="Google Shape;540;p59"/>
          <p:cNvSpPr txBox="1">
            <a:spLocks noGrp="1"/>
          </p:cNvSpPr>
          <p:nvPr>
            <p:ph type="ctrTitle" idx="2"/>
          </p:nvPr>
        </p:nvSpPr>
        <p:spPr>
          <a:xfrm>
            <a:off x="870200" y="2763450"/>
            <a:ext cx="7403700" cy="5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24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541" name="Google Shape;541;p59"/>
          <p:cNvGrpSpPr/>
          <p:nvPr/>
        </p:nvGrpSpPr>
        <p:grpSpPr>
          <a:xfrm>
            <a:off x="248270" y="164228"/>
            <a:ext cx="8635431" cy="4743033"/>
            <a:chOff x="248270" y="164228"/>
            <a:chExt cx="8635431" cy="4743033"/>
          </a:xfrm>
        </p:grpSpPr>
        <p:grpSp>
          <p:nvGrpSpPr>
            <p:cNvPr id="542" name="Google Shape;542;p59"/>
            <p:cNvGrpSpPr/>
            <p:nvPr/>
          </p:nvGrpSpPr>
          <p:grpSpPr>
            <a:xfrm>
              <a:off x="7974092" y="3900240"/>
              <a:ext cx="909609" cy="1007021"/>
              <a:chOff x="4302200" y="1018850"/>
              <a:chExt cx="684225" cy="757500"/>
            </a:xfrm>
          </p:grpSpPr>
          <p:sp>
            <p:nvSpPr>
              <p:cNvPr id="543" name="Google Shape;543;p59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59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59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59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59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59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59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0" name="Google Shape;550;p59"/>
            <p:cNvGrpSpPr/>
            <p:nvPr/>
          </p:nvGrpSpPr>
          <p:grpSpPr>
            <a:xfrm rot="-323156" flipH="1">
              <a:off x="259530" y="187412"/>
              <a:ext cx="506402" cy="263748"/>
              <a:chOff x="4211975" y="3407700"/>
              <a:chExt cx="312100" cy="162550"/>
            </a:xfrm>
          </p:grpSpPr>
          <p:sp>
            <p:nvSpPr>
              <p:cNvPr id="551" name="Google Shape;551;p59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59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60"/>
          <p:cNvSpPr txBox="1">
            <a:spLocks noGrp="1"/>
          </p:cNvSpPr>
          <p:nvPr>
            <p:ph type="title"/>
          </p:nvPr>
        </p:nvSpPr>
        <p:spPr>
          <a:xfrm>
            <a:off x="720000" y="2761188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55" name="Google Shape;555;p60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240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556" name="Google Shape;556;p60"/>
          <p:cNvSpPr txBox="1">
            <a:spLocks noGrp="1"/>
          </p:cNvSpPr>
          <p:nvPr>
            <p:ph type="subTitle" idx="1"/>
          </p:nvPr>
        </p:nvSpPr>
        <p:spPr>
          <a:xfrm>
            <a:off x="1802125" y="3602988"/>
            <a:ext cx="5540100" cy="500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57" name="Google Shape;557;p60"/>
          <p:cNvGrpSpPr/>
          <p:nvPr/>
        </p:nvGrpSpPr>
        <p:grpSpPr>
          <a:xfrm>
            <a:off x="367532" y="613264"/>
            <a:ext cx="6517485" cy="1862286"/>
            <a:chOff x="367532" y="613264"/>
            <a:chExt cx="6517485" cy="1862286"/>
          </a:xfrm>
        </p:grpSpPr>
        <p:sp>
          <p:nvSpPr>
            <p:cNvPr id="558" name="Google Shape;558;p60"/>
            <p:cNvSpPr/>
            <p:nvPr/>
          </p:nvSpPr>
          <p:spPr>
            <a:xfrm rot="10800000" flipH="1">
              <a:off x="3690988" y="848215"/>
              <a:ext cx="1762097" cy="1627335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60"/>
            <p:cNvSpPr/>
            <p:nvPr/>
          </p:nvSpPr>
          <p:spPr>
            <a:xfrm rot="-4849591">
              <a:off x="2634244" y="1183504"/>
              <a:ext cx="464554" cy="1155669"/>
            </a:xfrm>
            <a:custGeom>
              <a:avLst/>
              <a:gdLst/>
              <a:ahLst/>
              <a:cxnLst/>
              <a:rect l="l" t="t" r="r" b="b"/>
              <a:pathLst>
                <a:path w="10032" h="24955" extrusionOk="0">
                  <a:moveTo>
                    <a:pt x="3624" y="0"/>
                  </a:moveTo>
                  <a:cubicBezTo>
                    <a:pt x="1843" y="0"/>
                    <a:pt x="1251" y="2928"/>
                    <a:pt x="3249" y="3583"/>
                  </a:cubicBezTo>
                  <a:cubicBezTo>
                    <a:pt x="4045" y="3832"/>
                    <a:pt x="3821" y="4616"/>
                    <a:pt x="3274" y="4977"/>
                  </a:cubicBezTo>
                  <a:cubicBezTo>
                    <a:pt x="2253" y="5661"/>
                    <a:pt x="1220" y="6122"/>
                    <a:pt x="660" y="7304"/>
                  </a:cubicBezTo>
                  <a:cubicBezTo>
                    <a:pt x="0" y="8710"/>
                    <a:pt x="386" y="10353"/>
                    <a:pt x="1295" y="11561"/>
                  </a:cubicBezTo>
                  <a:cubicBezTo>
                    <a:pt x="2153" y="12706"/>
                    <a:pt x="3460" y="13266"/>
                    <a:pt x="4481" y="14211"/>
                  </a:cubicBezTo>
                  <a:cubicBezTo>
                    <a:pt x="5302" y="14983"/>
                    <a:pt x="5028" y="15444"/>
                    <a:pt x="4468" y="16302"/>
                  </a:cubicBezTo>
                  <a:cubicBezTo>
                    <a:pt x="3759" y="17422"/>
                    <a:pt x="3062" y="18555"/>
                    <a:pt x="3074" y="19936"/>
                  </a:cubicBezTo>
                  <a:cubicBezTo>
                    <a:pt x="3097" y="22327"/>
                    <a:pt x="5659" y="24955"/>
                    <a:pt x="8161" y="24955"/>
                  </a:cubicBezTo>
                  <a:cubicBezTo>
                    <a:pt x="8472" y="24955"/>
                    <a:pt x="8782" y="24914"/>
                    <a:pt x="9086" y="24827"/>
                  </a:cubicBezTo>
                  <a:cubicBezTo>
                    <a:pt x="9733" y="24641"/>
                    <a:pt x="10031" y="23894"/>
                    <a:pt x="9695" y="23322"/>
                  </a:cubicBezTo>
                  <a:cubicBezTo>
                    <a:pt x="9036" y="22102"/>
                    <a:pt x="7405" y="21766"/>
                    <a:pt x="6783" y="20521"/>
                  </a:cubicBezTo>
                  <a:cubicBezTo>
                    <a:pt x="6335" y="19600"/>
                    <a:pt x="7082" y="18866"/>
                    <a:pt x="7567" y="18119"/>
                  </a:cubicBezTo>
                  <a:cubicBezTo>
                    <a:pt x="8326" y="16949"/>
                    <a:pt x="8849" y="15643"/>
                    <a:pt x="8550" y="14236"/>
                  </a:cubicBezTo>
                  <a:cubicBezTo>
                    <a:pt x="8239" y="12805"/>
                    <a:pt x="7194" y="11735"/>
                    <a:pt x="6061" y="10901"/>
                  </a:cubicBezTo>
                  <a:cubicBezTo>
                    <a:pt x="5564" y="10528"/>
                    <a:pt x="3684" y="9445"/>
                    <a:pt x="3896" y="8847"/>
                  </a:cubicBezTo>
                  <a:cubicBezTo>
                    <a:pt x="3995" y="8561"/>
                    <a:pt x="4605" y="8374"/>
                    <a:pt x="4867" y="8225"/>
                  </a:cubicBezTo>
                  <a:cubicBezTo>
                    <a:pt x="5464" y="7902"/>
                    <a:pt x="5987" y="7466"/>
                    <a:pt x="6435" y="6943"/>
                  </a:cubicBezTo>
                  <a:cubicBezTo>
                    <a:pt x="8401" y="4479"/>
                    <a:pt x="7094" y="1032"/>
                    <a:pt x="4207" y="98"/>
                  </a:cubicBezTo>
                  <a:cubicBezTo>
                    <a:pt x="4001" y="31"/>
                    <a:pt x="3806" y="0"/>
                    <a:pt x="36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60"/>
            <p:cNvSpPr/>
            <p:nvPr/>
          </p:nvSpPr>
          <p:spPr>
            <a:xfrm rot="4849591" flipH="1">
              <a:off x="6045269" y="1183504"/>
              <a:ext cx="464554" cy="1155669"/>
            </a:xfrm>
            <a:custGeom>
              <a:avLst/>
              <a:gdLst/>
              <a:ahLst/>
              <a:cxnLst/>
              <a:rect l="l" t="t" r="r" b="b"/>
              <a:pathLst>
                <a:path w="10032" h="24955" extrusionOk="0">
                  <a:moveTo>
                    <a:pt x="3624" y="0"/>
                  </a:moveTo>
                  <a:cubicBezTo>
                    <a:pt x="1843" y="0"/>
                    <a:pt x="1251" y="2928"/>
                    <a:pt x="3249" y="3583"/>
                  </a:cubicBezTo>
                  <a:cubicBezTo>
                    <a:pt x="4045" y="3832"/>
                    <a:pt x="3821" y="4616"/>
                    <a:pt x="3274" y="4977"/>
                  </a:cubicBezTo>
                  <a:cubicBezTo>
                    <a:pt x="2253" y="5661"/>
                    <a:pt x="1220" y="6122"/>
                    <a:pt x="660" y="7304"/>
                  </a:cubicBezTo>
                  <a:cubicBezTo>
                    <a:pt x="0" y="8710"/>
                    <a:pt x="386" y="10353"/>
                    <a:pt x="1295" y="11561"/>
                  </a:cubicBezTo>
                  <a:cubicBezTo>
                    <a:pt x="2153" y="12706"/>
                    <a:pt x="3460" y="13266"/>
                    <a:pt x="4481" y="14211"/>
                  </a:cubicBezTo>
                  <a:cubicBezTo>
                    <a:pt x="5302" y="14983"/>
                    <a:pt x="5028" y="15444"/>
                    <a:pt x="4468" y="16302"/>
                  </a:cubicBezTo>
                  <a:cubicBezTo>
                    <a:pt x="3759" y="17422"/>
                    <a:pt x="3062" y="18555"/>
                    <a:pt x="3074" y="19936"/>
                  </a:cubicBezTo>
                  <a:cubicBezTo>
                    <a:pt x="3097" y="22327"/>
                    <a:pt x="5659" y="24955"/>
                    <a:pt x="8161" y="24955"/>
                  </a:cubicBezTo>
                  <a:cubicBezTo>
                    <a:pt x="8472" y="24955"/>
                    <a:pt x="8782" y="24914"/>
                    <a:pt x="9086" y="24827"/>
                  </a:cubicBezTo>
                  <a:cubicBezTo>
                    <a:pt x="9733" y="24641"/>
                    <a:pt x="10031" y="23894"/>
                    <a:pt x="9695" y="23322"/>
                  </a:cubicBezTo>
                  <a:cubicBezTo>
                    <a:pt x="9036" y="22102"/>
                    <a:pt x="7405" y="21766"/>
                    <a:pt x="6783" y="20521"/>
                  </a:cubicBezTo>
                  <a:cubicBezTo>
                    <a:pt x="6335" y="19600"/>
                    <a:pt x="7082" y="18866"/>
                    <a:pt x="7567" y="18119"/>
                  </a:cubicBezTo>
                  <a:cubicBezTo>
                    <a:pt x="8326" y="16949"/>
                    <a:pt x="8849" y="15643"/>
                    <a:pt x="8550" y="14236"/>
                  </a:cubicBezTo>
                  <a:cubicBezTo>
                    <a:pt x="8239" y="12805"/>
                    <a:pt x="7194" y="11735"/>
                    <a:pt x="6061" y="10901"/>
                  </a:cubicBezTo>
                  <a:cubicBezTo>
                    <a:pt x="5564" y="10528"/>
                    <a:pt x="3684" y="9445"/>
                    <a:pt x="3896" y="8847"/>
                  </a:cubicBezTo>
                  <a:cubicBezTo>
                    <a:pt x="3995" y="8561"/>
                    <a:pt x="4605" y="8374"/>
                    <a:pt x="4867" y="8225"/>
                  </a:cubicBezTo>
                  <a:cubicBezTo>
                    <a:pt x="5464" y="7902"/>
                    <a:pt x="5987" y="7466"/>
                    <a:pt x="6435" y="6943"/>
                  </a:cubicBezTo>
                  <a:cubicBezTo>
                    <a:pt x="8401" y="4479"/>
                    <a:pt x="7094" y="1032"/>
                    <a:pt x="4207" y="98"/>
                  </a:cubicBezTo>
                  <a:cubicBezTo>
                    <a:pt x="4001" y="31"/>
                    <a:pt x="3806" y="0"/>
                    <a:pt x="36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1" name="Google Shape;561;p60"/>
            <p:cNvGrpSpPr/>
            <p:nvPr/>
          </p:nvGrpSpPr>
          <p:grpSpPr>
            <a:xfrm>
              <a:off x="367532" y="613264"/>
              <a:ext cx="1058211" cy="1138064"/>
              <a:chOff x="6882175" y="2207400"/>
              <a:chExt cx="465475" cy="500600"/>
            </a:xfrm>
          </p:grpSpPr>
          <p:sp>
            <p:nvSpPr>
              <p:cNvPr id="562" name="Google Shape;562;p60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60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60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6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567" name="Google Shape;567;p6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 b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568" name="Google Shape;568;p61"/>
          <p:cNvGrpSpPr/>
          <p:nvPr/>
        </p:nvGrpSpPr>
        <p:grpSpPr>
          <a:xfrm>
            <a:off x="317068" y="269900"/>
            <a:ext cx="8546344" cy="4690378"/>
            <a:chOff x="317068" y="269900"/>
            <a:chExt cx="8546344" cy="4690378"/>
          </a:xfrm>
        </p:grpSpPr>
        <p:grpSp>
          <p:nvGrpSpPr>
            <p:cNvPr id="569" name="Google Shape;569;p61"/>
            <p:cNvGrpSpPr/>
            <p:nvPr/>
          </p:nvGrpSpPr>
          <p:grpSpPr>
            <a:xfrm>
              <a:off x="8089048" y="269900"/>
              <a:ext cx="767162" cy="575829"/>
              <a:chOff x="8089048" y="269900"/>
              <a:chExt cx="767162" cy="575829"/>
            </a:xfrm>
          </p:grpSpPr>
          <p:sp>
            <p:nvSpPr>
              <p:cNvPr id="570" name="Google Shape;570;p61"/>
              <p:cNvSpPr/>
              <p:nvPr/>
            </p:nvSpPr>
            <p:spPr>
              <a:xfrm>
                <a:off x="8660384" y="26990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61"/>
              <p:cNvSpPr/>
              <p:nvPr/>
            </p:nvSpPr>
            <p:spPr>
              <a:xfrm>
                <a:off x="8369973" y="534995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61"/>
              <p:cNvSpPr/>
              <p:nvPr/>
            </p:nvSpPr>
            <p:spPr>
              <a:xfrm>
                <a:off x="8097521" y="346952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61"/>
              <p:cNvSpPr/>
              <p:nvPr/>
            </p:nvSpPr>
            <p:spPr>
              <a:xfrm>
                <a:off x="8089048" y="74463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74" name="Google Shape;574;p61"/>
            <p:cNvSpPr/>
            <p:nvPr/>
          </p:nvSpPr>
          <p:spPr>
            <a:xfrm rot="-1511786">
              <a:off x="8518363" y="4417999"/>
              <a:ext cx="195822" cy="487115"/>
            </a:xfrm>
            <a:custGeom>
              <a:avLst/>
              <a:gdLst/>
              <a:ahLst/>
              <a:cxnLst/>
              <a:rect l="l" t="t" r="r" b="b"/>
              <a:pathLst>
                <a:path w="10032" h="24955" extrusionOk="0">
                  <a:moveTo>
                    <a:pt x="3624" y="0"/>
                  </a:moveTo>
                  <a:cubicBezTo>
                    <a:pt x="1843" y="0"/>
                    <a:pt x="1251" y="2928"/>
                    <a:pt x="3249" y="3583"/>
                  </a:cubicBezTo>
                  <a:cubicBezTo>
                    <a:pt x="4045" y="3832"/>
                    <a:pt x="3821" y="4616"/>
                    <a:pt x="3274" y="4977"/>
                  </a:cubicBezTo>
                  <a:cubicBezTo>
                    <a:pt x="2253" y="5661"/>
                    <a:pt x="1220" y="6122"/>
                    <a:pt x="660" y="7304"/>
                  </a:cubicBezTo>
                  <a:cubicBezTo>
                    <a:pt x="0" y="8710"/>
                    <a:pt x="386" y="10353"/>
                    <a:pt x="1295" y="11561"/>
                  </a:cubicBezTo>
                  <a:cubicBezTo>
                    <a:pt x="2153" y="12706"/>
                    <a:pt x="3460" y="13266"/>
                    <a:pt x="4481" y="14211"/>
                  </a:cubicBezTo>
                  <a:cubicBezTo>
                    <a:pt x="5302" y="14983"/>
                    <a:pt x="5028" y="15444"/>
                    <a:pt x="4468" y="16302"/>
                  </a:cubicBezTo>
                  <a:cubicBezTo>
                    <a:pt x="3759" y="17422"/>
                    <a:pt x="3062" y="18555"/>
                    <a:pt x="3074" y="19936"/>
                  </a:cubicBezTo>
                  <a:cubicBezTo>
                    <a:pt x="3097" y="22327"/>
                    <a:pt x="5659" y="24955"/>
                    <a:pt x="8161" y="24955"/>
                  </a:cubicBezTo>
                  <a:cubicBezTo>
                    <a:pt x="8472" y="24955"/>
                    <a:pt x="8782" y="24914"/>
                    <a:pt x="9086" y="24827"/>
                  </a:cubicBezTo>
                  <a:cubicBezTo>
                    <a:pt x="9733" y="24641"/>
                    <a:pt x="10031" y="23894"/>
                    <a:pt x="9695" y="23322"/>
                  </a:cubicBezTo>
                  <a:cubicBezTo>
                    <a:pt x="9036" y="22102"/>
                    <a:pt x="7405" y="21766"/>
                    <a:pt x="6783" y="20521"/>
                  </a:cubicBezTo>
                  <a:cubicBezTo>
                    <a:pt x="6335" y="19600"/>
                    <a:pt x="7082" y="18866"/>
                    <a:pt x="7567" y="18119"/>
                  </a:cubicBezTo>
                  <a:cubicBezTo>
                    <a:pt x="8326" y="16949"/>
                    <a:pt x="8849" y="15643"/>
                    <a:pt x="8550" y="14236"/>
                  </a:cubicBezTo>
                  <a:cubicBezTo>
                    <a:pt x="8239" y="12805"/>
                    <a:pt x="7194" y="11735"/>
                    <a:pt x="6061" y="10901"/>
                  </a:cubicBezTo>
                  <a:cubicBezTo>
                    <a:pt x="5564" y="10528"/>
                    <a:pt x="3684" y="9445"/>
                    <a:pt x="3896" y="8847"/>
                  </a:cubicBezTo>
                  <a:cubicBezTo>
                    <a:pt x="3995" y="8561"/>
                    <a:pt x="4605" y="8374"/>
                    <a:pt x="4867" y="8225"/>
                  </a:cubicBezTo>
                  <a:cubicBezTo>
                    <a:pt x="5464" y="7902"/>
                    <a:pt x="5987" y="7466"/>
                    <a:pt x="6435" y="6943"/>
                  </a:cubicBezTo>
                  <a:cubicBezTo>
                    <a:pt x="8401" y="4479"/>
                    <a:pt x="7094" y="1032"/>
                    <a:pt x="4207" y="98"/>
                  </a:cubicBezTo>
                  <a:cubicBezTo>
                    <a:pt x="4001" y="31"/>
                    <a:pt x="3806" y="0"/>
                    <a:pt x="36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5" name="Google Shape;575;p61"/>
            <p:cNvGrpSpPr/>
            <p:nvPr/>
          </p:nvGrpSpPr>
          <p:grpSpPr>
            <a:xfrm>
              <a:off x="317068" y="4362831"/>
              <a:ext cx="628700" cy="597447"/>
              <a:chOff x="4171771" y="2918403"/>
              <a:chExt cx="745611" cy="708463"/>
            </a:xfrm>
          </p:grpSpPr>
          <p:sp>
            <p:nvSpPr>
              <p:cNvPr id="576" name="Google Shape;576;p61"/>
              <p:cNvSpPr/>
              <p:nvPr/>
            </p:nvSpPr>
            <p:spPr>
              <a:xfrm>
                <a:off x="4171771" y="3496666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577;p61"/>
              <p:cNvSpPr/>
              <p:nvPr/>
            </p:nvSpPr>
            <p:spPr>
              <a:xfrm>
                <a:off x="4475845" y="3164888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578;p61"/>
              <p:cNvSpPr/>
              <p:nvPr/>
            </p:nvSpPr>
            <p:spPr>
              <a:xfrm>
                <a:off x="4251554" y="3174475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579;p61"/>
              <p:cNvSpPr/>
              <p:nvPr/>
            </p:nvSpPr>
            <p:spPr>
              <a:xfrm>
                <a:off x="4340468" y="2991883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61"/>
              <p:cNvSpPr/>
              <p:nvPr/>
            </p:nvSpPr>
            <p:spPr>
              <a:xfrm>
                <a:off x="4527475" y="2918403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61"/>
              <p:cNvSpPr/>
              <p:nvPr/>
            </p:nvSpPr>
            <p:spPr>
              <a:xfrm>
                <a:off x="4783257" y="3091192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61"/>
              <p:cNvSpPr/>
              <p:nvPr/>
            </p:nvSpPr>
            <p:spPr>
              <a:xfrm>
                <a:off x="4599649" y="3347183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61"/>
              <p:cNvSpPr/>
              <p:nvPr/>
            </p:nvSpPr>
            <p:spPr>
              <a:xfrm>
                <a:off x="4369224" y="3374505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84" name="Google Shape;584;p61"/>
            <p:cNvSpPr/>
            <p:nvPr/>
          </p:nvSpPr>
          <p:spPr>
            <a:xfrm>
              <a:off x="8653163" y="4399500"/>
              <a:ext cx="210250" cy="180450"/>
            </a:xfrm>
            <a:custGeom>
              <a:avLst/>
              <a:gdLst/>
              <a:ahLst/>
              <a:cxnLst/>
              <a:rect l="l" t="t" r="r" b="b"/>
              <a:pathLst>
                <a:path w="8410" h="7218" extrusionOk="0">
                  <a:moveTo>
                    <a:pt x="4078" y="1"/>
                  </a:moveTo>
                  <a:cubicBezTo>
                    <a:pt x="3728" y="1"/>
                    <a:pt x="3397" y="192"/>
                    <a:pt x="3311" y="629"/>
                  </a:cubicBezTo>
                  <a:cubicBezTo>
                    <a:pt x="3224" y="1139"/>
                    <a:pt x="3174" y="1649"/>
                    <a:pt x="3174" y="2172"/>
                  </a:cubicBezTo>
                  <a:cubicBezTo>
                    <a:pt x="2415" y="2259"/>
                    <a:pt x="1643" y="2321"/>
                    <a:pt x="859" y="2408"/>
                  </a:cubicBezTo>
                  <a:cubicBezTo>
                    <a:pt x="0" y="2495"/>
                    <a:pt x="13" y="3640"/>
                    <a:pt x="859" y="3740"/>
                  </a:cubicBezTo>
                  <a:cubicBezTo>
                    <a:pt x="1631" y="3827"/>
                    <a:pt x="2402" y="3864"/>
                    <a:pt x="3186" y="3864"/>
                  </a:cubicBezTo>
                  <a:cubicBezTo>
                    <a:pt x="3174" y="4872"/>
                    <a:pt x="3112" y="5905"/>
                    <a:pt x="3286" y="6914"/>
                  </a:cubicBezTo>
                  <a:cubicBezTo>
                    <a:pt x="3321" y="7126"/>
                    <a:pt x="3476" y="7218"/>
                    <a:pt x="3643" y="7218"/>
                  </a:cubicBezTo>
                  <a:cubicBezTo>
                    <a:pt x="3829" y="7218"/>
                    <a:pt x="4029" y="7104"/>
                    <a:pt x="4095" y="6914"/>
                  </a:cubicBezTo>
                  <a:cubicBezTo>
                    <a:pt x="4431" y="5930"/>
                    <a:pt x="4518" y="4835"/>
                    <a:pt x="4667" y="3802"/>
                  </a:cubicBezTo>
                  <a:cubicBezTo>
                    <a:pt x="5464" y="3752"/>
                    <a:pt x="6248" y="3678"/>
                    <a:pt x="7007" y="3603"/>
                  </a:cubicBezTo>
                  <a:cubicBezTo>
                    <a:pt x="8410" y="3454"/>
                    <a:pt x="8241" y="1520"/>
                    <a:pt x="7049" y="1520"/>
                  </a:cubicBezTo>
                  <a:cubicBezTo>
                    <a:pt x="6951" y="1520"/>
                    <a:pt x="6845" y="1533"/>
                    <a:pt x="6733" y="1562"/>
                  </a:cubicBezTo>
                  <a:cubicBezTo>
                    <a:pt x="6148" y="1711"/>
                    <a:pt x="5563" y="1823"/>
                    <a:pt x="4978" y="1923"/>
                  </a:cubicBezTo>
                  <a:cubicBezTo>
                    <a:pt x="5028" y="1562"/>
                    <a:pt x="5041" y="1213"/>
                    <a:pt x="5041" y="865"/>
                  </a:cubicBezTo>
                  <a:cubicBezTo>
                    <a:pt x="5027" y="329"/>
                    <a:pt x="4536" y="1"/>
                    <a:pt x="40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2"/>
          <p:cNvSpPr txBox="1">
            <a:spLocks noGrp="1"/>
          </p:cNvSpPr>
          <p:nvPr>
            <p:ph type="subTitle" idx="1"/>
          </p:nvPr>
        </p:nvSpPr>
        <p:spPr>
          <a:xfrm>
            <a:off x="1181425" y="210950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587" name="Google Shape;587;p62"/>
          <p:cNvSpPr txBox="1">
            <a:spLocks noGrp="1"/>
          </p:cNvSpPr>
          <p:nvPr>
            <p:ph type="subTitle" idx="2"/>
          </p:nvPr>
        </p:nvSpPr>
        <p:spPr>
          <a:xfrm>
            <a:off x="4836300" y="210950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588" name="Google Shape;588;p62"/>
          <p:cNvSpPr txBox="1">
            <a:spLocks noGrp="1"/>
          </p:cNvSpPr>
          <p:nvPr>
            <p:ph type="subTitle" idx="3"/>
          </p:nvPr>
        </p:nvSpPr>
        <p:spPr>
          <a:xfrm>
            <a:off x="1284375" y="2822900"/>
            <a:ext cx="2701800" cy="16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9" name="Google Shape;589;p62"/>
          <p:cNvSpPr txBox="1">
            <a:spLocks noGrp="1"/>
          </p:cNvSpPr>
          <p:nvPr>
            <p:ph type="subTitle" idx="4"/>
          </p:nvPr>
        </p:nvSpPr>
        <p:spPr>
          <a:xfrm>
            <a:off x="4939175" y="2822900"/>
            <a:ext cx="2701800" cy="16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0" name="Google Shape;590;p62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591" name="Google Shape;591;p62"/>
          <p:cNvGrpSpPr/>
          <p:nvPr/>
        </p:nvGrpSpPr>
        <p:grpSpPr>
          <a:xfrm>
            <a:off x="497200" y="350200"/>
            <a:ext cx="8511035" cy="5187625"/>
            <a:chOff x="497200" y="350200"/>
            <a:chExt cx="8511035" cy="5187625"/>
          </a:xfrm>
        </p:grpSpPr>
        <p:grpSp>
          <p:nvGrpSpPr>
            <p:cNvPr id="592" name="Google Shape;592;p62"/>
            <p:cNvGrpSpPr/>
            <p:nvPr/>
          </p:nvGrpSpPr>
          <p:grpSpPr>
            <a:xfrm>
              <a:off x="497200" y="350200"/>
              <a:ext cx="684225" cy="757500"/>
              <a:chOff x="4302200" y="1018850"/>
              <a:chExt cx="684225" cy="757500"/>
            </a:xfrm>
          </p:grpSpPr>
          <p:sp>
            <p:nvSpPr>
              <p:cNvPr id="593" name="Google Shape;593;p62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62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62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Google Shape;596;p62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62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62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62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00" name="Google Shape;600;p62"/>
            <p:cNvSpPr/>
            <p:nvPr/>
          </p:nvSpPr>
          <p:spPr>
            <a:xfrm rot="9900113">
              <a:off x="8369333" y="4285606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62"/>
            <p:cNvSpPr/>
            <p:nvPr/>
          </p:nvSpPr>
          <p:spPr>
            <a:xfrm rot="899887" flipH="1">
              <a:off x="7964803" y="4526770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3" name="Google Shape;603;p63"/>
          <p:cNvGrpSpPr/>
          <p:nvPr/>
        </p:nvGrpSpPr>
        <p:grpSpPr>
          <a:xfrm>
            <a:off x="377500" y="172458"/>
            <a:ext cx="8563789" cy="1126945"/>
            <a:chOff x="377500" y="172458"/>
            <a:chExt cx="8563789" cy="1126945"/>
          </a:xfrm>
        </p:grpSpPr>
        <p:grpSp>
          <p:nvGrpSpPr>
            <p:cNvPr id="604" name="Google Shape;604;p63"/>
            <p:cNvGrpSpPr/>
            <p:nvPr/>
          </p:nvGrpSpPr>
          <p:grpSpPr>
            <a:xfrm>
              <a:off x="377500" y="231065"/>
              <a:ext cx="1328170" cy="1068338"/>
              <a:chOff x="6351050" y="916775"/>
              <a:chExt cx="1014025" cy="815650"/>
            </a:xfrm>
          </p:grpSpPr>
          <p:sp>
            <p:nvSpPr>
              <p:cNvPr id="605" name="Google Shape;605;p63"/>
              <p:cNvSpPr/>
              <p:nvPr/>
            </p:nvSpPr>
            <p:spPr>
              <a:xfrm>
                <a:off x="6535575" y="916775"/>
                <a:ext cx="829500" cy="815650"/>
              </a:xfrm>
              <a:custGeom>
                <a:avLst/>
                <a:gdLst/>
                <a:ahLst/>
                <a:cxnLst/>
                <a:rect l="l" t="t" r="r" b="b"/>
                <a:pathLst>
                  <a:path w="33180" h="32626" extrusionOk="0">
                    <a:moveTo>
                      <a:pt x="12866" y="1"/>
                    </a:moveTo>
                    <a:cubicBezTo>
                      <a:pt x="11566" y="1"/>
                      <a:pt x="10270" y="408"/>
                      <a:pt x="9160" y="1301"/>
                    </a:cubicBezTo>
                    <a:cubicBezTo>
                      <a:pt x="6497" y="3429"/>
                      <a:pt x="5899" y="7237"/>
                      <a:pt x="7430" y="10224"/>
                    </a:cubicBezTo>
                    <a:cubicBezTo>
                      <a:pt x="7579" y="10510"/>
                      <a:pt x="7741" y="10784"/>
                      <a:pt x="7928" y="11058"/>
                    </a:cubicBezTo>
                    <a:cubicBezTo>
                      <a:pt x="3709" y="12925"/>
                      <a:pt x="0" y="15725"/>
                      <a:pt x="971" y="19894"/>
                    </a:cubicBezTo>
                    <a:cubicBezTo>
                      <a:pt x="1772" y="23302"/>
                      <a:pt x="4148" y="24454"/>
                      <a:pt x="6964" y="24454"/>
                    </a:cubicBezTo>
                    <a:cubicBezTo>
                      <a:pt x="7953" y="24454"/>
                      <a:pt x="8996" y="24312"/>
                      <a:pt x="10044" y="24076"/>
                    </a:cubicBezTo>
                    <a:cubicBezTo>
                      <a:pt x="10069" y="25781"/>
                      <a:pt x="10218" y="27474"/>
                      <a:pt x="10479" y="29141"/>
                    </a:cubicBezTo>
                    <a:cubicBezTo>
                      <a:pt x="10827" y="31363"/>
                      <a:pt x="13062" y="32625"/>
                      <a:pt x="15189" y="32625"/>
                    </a:cubicBezTo>
                    <a:cubicBezTo>
                      <a:pt x="16029" y="32625"/>
                      <a:pt x="16852" y="32428"/>
                      <a:pt x="17536" y="32016"/>
                    </a:cubicBezTo>
                    <a:cubicBezTo>
                      <a:pt x="19652" y="30747"/>
                      <a:pt x="21257" y="28805"/>
                      <a:pt x="22103" y="26503"/>
                    </a:cubicBezTo>
                    <a:cubicBezTo>
                      <a:pt x="23581" y="27110"/>
                      <a:pt x="25092" y="27508"/>
                      <a:pt x="26508" y="27508"/>
                    </a:cubicBezTo>
                    <a:cubicBezTo>
                      <a:pt x="28573" y="27508"/>
                      <a:pt x="30436" y="26661"/>
                      <a:pt x="31699" y="24387"/>
                    </a:cubicBezTo>
                    <a:cubicBezTo>
                      <a:pt x="33180" y="21724"/>
                      <a:pt x="32172" y="18363"/>
                      <a:pt x="30031" y="16385"/>
                    </a:cubicBezTo>
                    <a:cubicBezTo>
                      <a:pt x="29409" y="15812"/>
                      <a:pt x="28700" y="15327"/>
                      <a:pt x="27940" y="14953"/>
                    </a:cubicBezTo>
                    <a:cubicBezTo>
                      <a:pt x="30492" y="10933"/>
                      <a:pt x="32383" y="6279"/>
                      <a:pt x="27716" y="3541"/>
                    </a:cubicBezTo>
                    <a:cubicBezTo>
                      <a:pt x="26696" y="2946"/>
                      <a:pt x="25684" y="2684"/>
                      <a:pt x="24706" y="2684"/>
                    </a:cubicBezTo>
                    <a:cubicBezTo>
                      <a:pt x="22883" y="2684"/>
                      <a:pt x="21177" y="3594"/>
                      <a:pt x="19751" y="4947"/>
                    </a:cubicBezTo>
                    <a:cubicBezTo>
                      <a:pt x="19266" y="3939"/>
                      <a:pt x="18644" y="3018"/>
                      <a:pt x="17884" y="2209"/>
                    </a:cubicBezTo>
                    <a:cubicBezTo>
                      <a:pt x="16544" y="811"/>
                      <a:pt x="14701" y="1"/>
                      <a:pt x="128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63"/>
              <p:cNvSpPr/>
              <p:nvPr/>
            </p:nvSpPr>
            <p:spPr>
              <a:xfrm>
                <a:off x="6351050" y="1185725"/>
                <a:ext cx="352500" cy="283925"/>
              </a:xfrm>
              <a:custGeom>
                <a:avLst/>
                <a:gdLst/>
                <a:ahLst/>
                <a:cxnLst/>
                <a:rect l="l" t="t" r="r" b="b"/>
                <a:pathLst>
                  <a:path w="14100" h="11357" extrusionOk="0">
                    <a:moveTo>
                      <a:pt x="7160" y="1"/>
                    </a:moveTo>
                    <a:cubicBezTo>
                      <a:pt x="6017" y="1"/>
                      <a:pt x="4882" y="288"/>
                      <a:pt x="3921" y="872"/>
                    </a:cubicBezTo>
                    <a:cubicBezTo>
                      <a:pt x="2478" y="1296"/>
                      <a:pt x="1233" y="2391"/>
                      <a:pt x="785" y="3897"/>
                    </a:cubicBezTo>
                    <a:cubicBezTo>
                      <a:pt x="1" y="6485"/>
                      <a:pt x="1532" y="9261"/>
                      <a:pt x="3759" y="10555"/>
                    </a:cubicBezTo>
                    <a:cubicBezTo>
                      <a:pt x="4710" y="11105"/>
                      <a:pt x="5772" y="11356"/>
                      <a:pt x="6832" y="11356"/>
                    </a:cubicBezTo>
                    <a:cubicBezTo>
                      <a:pt x="10476" y="11356"/>
                      <a:pt x="14099" y="8384"/>
                      <a:pt x="13106" y="4345"/>
                    </a:cubicBezTo>
                    <a:cubicBezTo>
                      <a:pt x="12405" y="1490"/>
                      <a:pt x="9763" y="1"/>
                      <a:pt x="716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63"/>
              <p:cNvSpPr/>
              <p:nvPr/>
            </p:nvSpPr>
            <p:spPr>
              <a:xfrm>
                <a:off x="6710125" y="1397625"/>
                <a:ext cx="233275" cy="203825"/>
              </a:xfrm>
              <a:custGeom>
                <a:avLst/>
                <a:gdLst/>
                <a:ahLst/>
                <a:cxnLst/>
                <a:rect l="l" t="t" r="r" b="b"/>
                <a:pathLst>
                  <a:path w="9331" h="8153" extrusionOk="0">
                    <a:moveTo>
                      <a:pt x="4812" y="0"/>
                    </a:moveTo>
                    <a:cubicBezTo>
                      <a:pt x="4540" y="0"/>
                      <a:pt x="4259" y="32"/>
                      <a:pt x="3970" y="100"/>
                    </a:cubicBezTo>
                    <a:cubicBezTo>
                      <a:pt x="3037" y="337"/>
                      <a:pt x="2253" y="946"/>
                      <a:pt x="1805" y="1780"/>
                    </a:cubicBezTo>
                    <a:cubicBezTo>
                      <a:pt x="1319" y="2116"/>
                      <a:pt x="933" y="2564"/>
                      <a:pt x="647" y="3087"/>
                    </a:cubicBezTo>
                    <a:cubicBezTo>
                      <a:pt x="0" y="4344"/>
                      <a:pt x="162" y="5937"/>
                      <a:pt x="1182" y="6970"/>
                    </a:cubicBezTo>
                    <a:cubicBezTo>
                      <a:pt x="1976" y="7783"/>
                      <a:pt x="3002" y="8153"/>
                      <a:pt x="4035" y="8153"/>
                    </a:cubicBezTo>
                    <a:cubicBezTo>
                      <a:pt x="5628" y="8153"/>
                      <a:pt x="7235" y="7275"/>
                      <a:pt x="8027" y="5788"/>
                    </a:cubicBezTo>
                    <a:cubicBezTo>
                      <a:pt x="9330" y="3307"/>
                      <a:pt x="7570" y="0"/>
                      <a:pt x="481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63"/>
              <p:cNvSpPr/>
              <p:nvPr/>
            </p:nvSpPr>
            <p:spPr>
              <a:xfrm>
                <a:off x="6817775" y="1166050"/>
                <a:ext cx="180800" cy="154450"/>
              </a:xfrm>
              <a:custGeom>
                <a:avLst/>
                <a:gdLst/>
                <a:ahLst/>
                <a:cxnLst/>
                <a:rect l="l" t="t" r="r" b="b"/>
                <a:pathLst>
                  <a:path w="7232" h="6178" extrusionOk="0">
                    <a:moveTo>
                      <a:pt x="3736" y="1"/>
                    </a:moveTo>
                    <a:cubicBezTo>
                      <a:pt x="2485" y="1"/>
                      <a:pt x="1327" y="755"/>
                      <a:pt x="884" y="1809"/>
                    </a:cubicBezTo>
                    <a:cubicBezTo>
                      <a:pt x="784" y="1908"/>
                      <a:pt x="697" y="2020"/>
                      <a:pt x="622" y="2145"/>
                    </a:cubicBezTo>
                    <a:cubicBezTo>
                      <a:pt x="0" y="3128"/>
                      <a:pt x="224" y="4435"/>
                      <a:pt x="1021" y="5256"/>
                    </a:cubicBezTo>
                    <a:cubicBezTo>
                      <a:pt x="1633" y="5888"/>
                      <a:pt x="2415" y="6177"/>
                      <a:pt x="3200" y="6177"/>
                    </a:cubicBezTo>
                    <a:cubicBezTo>
                      <a:pt x="4346" y="6177"/>
                      <a:pt x="5495" y="5561"/>
                      <a:pt x="6123" y="4497"/>
                    </a:cubicBezTo>
                    <a:cubicBezTo>
                      <a:pt x="7231" y="2630"/>
                      <a:pt x="6161" y="104"/>
                      <a:pt x="3883" y="4"/>
                    </a:cubicBezTo>
                    <a:cubicBezTo>
                      <a:pt x="3834" y="2"/>
                      <a:pt x="3785" y="1"/>
                      <a:pt x="37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63"/>
              <p:cNvSpPr/>
              <p:nvPr/>
            </p:nvSpPr>
            <p:spPr>
              <a:xfrm>
                <a:off x="7017525" y="1308775"/>
                <a:ext cx="141575" cy="137725"/>
              </a:xfrm>
              <a:custGeom>
                <a:avLst/>
                <a:gdLst/>
                <a:ahLst/>
                <a:cxnLst/>
                <a:rect l="l" t="t" r="r" b="b"/>
                <a:pathLst>
                  <a:path w="5663" h="5509" extrusionOk="0">
                    <a:moveTo>
                      <a:pt x="3259" y="1"/>
                    </a:moveTo>
                    <a:cubicBezTo>
                      <a:pt x="2765" y="1"/>
                      <a:pt x="2274" y="143"/>
                      <a:pt x="1842" y="418"/>
                    </a:cubicBezTo>
                    <a:cubicBezTo>
                      <a:pt x="1257" y="779"/>
                      <a:pt x="809" y="1327"/>
                      <a:pt x="573" y="1974"/>
                    </a:cubicBezTo>
                    <a:cubicBezTo>
                      <a:pt x="249" y="2435"/>
                      <a:pt x="75" y="2970"/>
                      <a:pt x="50" y="3530"/>
                    </a:cubicBezTo>
                    <a:cubicBezTo>
                      <a:pt x="1" y="4764"/>
                      <a:pt x="1273" y="5509"/>
                      <a:pt x="2375" y="5509"/>
                    </a:cubicBezTo>
                    <a:cubicBezTo>
                      <a:pt x="2384" y="5509"/>
                      <a:pt x="2393" y="5509"/>
                      <a:pt x="2402" y="5509"/>
                    </a:cubicBezTo>
                    <a:cubicBezTo>
                      <a:pt x="3946" y="5496"/>
                      <a:pt x="5402" y="4289"/>
                      <a:pt x="5601" y="2746"/>
                    </a:cubicBezTo>
                    <a:cubicBezTo>
                      <a:pt x="5663" y="2347"/>
                      <a:pt x="5651" y="1937"/>
                      <a:pt x="5551" y="1538"/>
                    </a:cubicBezTo>
                    <a:cubicBezTo>
                      <a:pt x="5364" y="879"/>
                      <a:pt x="4854" y="456"/>
                      <a:pt x="4244" y="194"/>
                    </a:cubicBezTo>
                    <a:cubicBezTo>
                      <a:pt x="3925" y="64"/>
                      <a:pt x="3591" y="1"/>
                      <a:pt x="3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10" name="Google Shape;610;p63"/>
            <p:cNvSpPr/>
            <p:nvPr/>
          </p:nvSpPr>
          <p:spPr>
            <a:xfrm rot="6299815">
              <a:off x="7974736" y="71978"/>
              <a:ext cx="663833" cy="1136193"/>
            </a:xfrm>
            <a:custGeom>
              <a:avLst/>
              <a:gdLst/>
              <a:ahLst/>
              <a:cxnLst/>
              <a:rect l="l" t="t" r="r" b="b"/>
              <a:pathLst>
                <a:path w="14960" h="25605" extrusionOk="0">
                  <a:moveTo>
                    <a:pt x="10860" y="1"/>
                  </a:moveTo>
                  <a:cubicBezTo>
                    <a:pt x="7630" y="1"/>
                    <a:pt x="4436" y="759"/>
                    <a:pt x="1531" y="2200"/>
                  </a:cubicBezTo>
                  <a:cubicBezTo>
                    <a:pt x="112" y="2922"/>
                    <a:pt x="0" y="4465"/>
                    <a:pt x="797" y="5672"/>
                  </a:cubicBezTo>
                  <a:cubicBezTo>
                    <a:pt x="2514" y="8298"/>
                    <a:pt x="4145" y="10974"/>
                    <a:pt x="5713" y="13700"/>
                  </a:cubicBezTo>
                  <a:cubicBezTo>
                    <a:pt x="5563" y="13974"/>
                    <a:pt x="5427" y="14260"/>
                    <a:pt x="5277" y="14546"/>
                  </a:cubicBezTo>
                  <a:cubicBezTo>
                    <a:pt x="4593" y="15268"/>
                    <a:pt x="3970" y="16027"/>
                    <a:pt x="3398" y="16836"/>
                  </a:cubicBezTo>
                  <a:cubicBezTo>
                    <a:pt x="2328" y="18330"/>
                    <a:pt x="797" y="20470"/>
                    <a:pt x="697" y="22349"/>
                  </a:cubicBezTo>
                  <a:cubicBezTo>
                    <a:pt x="573" y="25013"/>
                    <a:pt x="3249" y="25486"/>
                    <a:pt x="5290" y="25573"/>
                  </a:cubicBezTo>
                  <a:cubicBezTo>
                    <a:pt x="5716" y="25594"/>
                    <a:pt x="6146" y="25605"/>
                    <a:pt x="6577" y="25605"/>
                  </a:cubicBezTo>
                  <a:cubicBezTo>
                    <a:pt x="8209" y="25605"/>
                    <a:pt x="9860" y="25447"/>
                    <a:pt x="11425" y="25063"/>
                  </a:cubicBezTo>
                  <a:cubicBezTo>
                    <a:pt x="13603" y="24540"/>
                    <a:pt x="14960" y="22847"/>
                    <a:pt x="14350" y="20570"/>
                  </a:cubicBezTo>
                  <a:cubicBezTo>
                    <a:pt x="13777" y="18491"/>
                    <a:pt x="12408" y="16500"/>
                    <a:pt x="11375" y="14633"/>
                  </a:cubicBezTo>
                  <a:cubicBezTo>
                    <a:pt x="11164" y="14247"/>
                    <a:pt x="10952" y="13874"/>
                    <a:pt x="10741" y="13488"/>
                  </a:cubicBezTo>
                  <a:cubicBezTo>
                    <a:pt x="10990" y="12941"/>
                    <a:pt x="11239" y="12381"/>
                    <a:pt x="11475" y="11821"/>
                  </a:cubicBezTo>
                  <a:cubicBezTo>
                    <a:pt x="12732" y="8846"/>
                    <a:pt x="13703" y="5697"/>
                    <a:pt x="13815" y="2437"/>
                  </a:cubicBezTo>
                  <a:cubicBezTo>
                    <a:pt x="13865" y="1279"/>
                    <a:pt x="13056" y="60"/>
                    <a:pt x="11799" y="22"/>
                  </a:cubicBezTo>
                  <a:cubicBezTo>
                    <a:pt x="11486" y="8"/>
                    <a:pt x="11173" y="1"/>
                    <a:pt x="108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1" name="Google Shape;611;p63"/>
            <p:cNvGrpSpPr/>
            <p:nvPr/>
          </p:nvGrpSpPr>
          <p:grpSpPr>
            <a:xfrm>
              <a:off x="8030200" y="428913"/>
              <a:ext cx="552900" cy="610100"/>
              <a:chOff x="5851725" y="2547500"/>
              <a:chExt cx="552900" cy="610100"/>
            </a:xfrm>
          </p:grpSpPr>
          <p:sp>
            <p:nvSpPr>
              <p:cNvPr id="612" name="Google Shape;612;p63"/>
              <p:cNvSpPr/>
              <p:nvPr/>
            </p:nvSpPr>
            <p:spPr>
              <a:xfrm>
                <a:off x="6220725" y="2815575"/>
                <a:ext cx="140625" cy="155300"/>
              </a:xfrm>
              <a:custGeom>
                <a:avLst/>
                <a:gdLst/>
                <a:ahLst/>
                <a:cxnLst/>
                <a:rect l="l" t="t" r="r" b="b"/>
                <a:pathLst>
                  <a:path w="5625" h="6212" extrusionOk="0">
                    <a:moveTo>
                      <a:pt x="3649" y="1"/>
                    </a:moveTo>
                    <a:cubicBezTo>
                      <a:pt x="2497" y="1"/>
                      <a:pt x="1339" y="672"/>
                      <a:pt x="772" y="1689"/>
                    </a:cubicBezTo>
                    <a:cubicBezTo>
                      <a:pt x="0" y="3095"/>
                      <a:pt x="336" y="4912"/>
                      <a:pt x="1419" y="6057"/>
                    </a:cubicBezTo>
                    <a:cubicBezTo>
                      <a:pt x="1520" y="6165"/>
                      <a:pt x="1646" y="6211"/>
                      <a:pt x="1772" y="6211"/>
                    </a:cubicBezTo>
                    <a:cubicBezTo>
                      <a:pt x="2097" y="6211"/>
                      <a:pt x="2419" y="5902"/>
                      <a:pt x="2303" y="5534"/>
                    </a:cubicBezTo>
                    <a:cubicBezTo>
                      <a:pt x="2042" y="4688"/>
                      <a:pt x="1755" y="3667"/>
                      <a:pt x="2216" y="2821"/>
                    </a:cubicBezTo>
                    <a:cubicBezTo>
                      <a:pt x="2524" y="2264"/>
                      <a:pt x="3040" y="1937"/>
                      <a:pt x="3623" y="1937"/>
                    </a:cubicBezTo>
                    <a:cubicBezTo>
                      <a:pt x="3768" y="1937"/>
                      <a:pt x="3918" y="1957"/>
                      <a:pt x="4070" y="2000"/>
                    </a:cubicBezTo>
                    <a:cubicBezTo>
                      <a:pt x="4176" y="2031"/>
                      <a:pt x="4275" y="2045"/>
                      <a:pt x="4369" y="2045"/>
                    </a:cubicBezTo>
                    <a:cubicBezTo>
                      <a:pt x="5334" y="2045"/>
                      <a:pt x="5624" y="532"/>
                      <a:pt x="4580" y="158"/>
                    </a:cubicBezTo>
                    <a:cubicBezTo>
                      <a:pt x="4279" y="51"/>
                      <a:pt x="3964" y="1"/>
                      <a:pt x="36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63"/>
              <p:cNvSpPr/>
              <p:nvPr/>
            </p:nvSpPr>
            <p:spPr>
              <a:xfrm>
                <a:off x="6227475" y="2892450"/>
                <a:ext cx="177150" cy="191725"/>
              </a:xfrm>
              <a:custGeom>
                <a:avLst/>
                <a:gdLst/>
                <a:ahLst/>
                <a:cxnLst/>
                <a:rect l="l" t="t" r="r" b="b"/>
                <a:pathLst>
                  <a:path w="7086" h="7669" extrusionOk="0">
                    <a:moveTo>
                      <a:pt x="4531" y="1"/>
                    </a:moveTo>
                    <a:cubicBezTo>
                      <a:pt x="3801" y="1"/>
                      <a:pt x="3107" y="692"/>
                      <a:pt x="3613" y="1489"/>
                    </a:cubicBezTo>
                    <a:cubicBezTo>
                      <a:pt x="4236" y="2484"/>
                      <a:pt x="4547" y="3405"/>
                      <a:pt x="3887" y="4500"/>
                    </a:cubicBezTo>
                    <a:cubicBezTo>
                      <a:pt x="3572" y="5030"/>
                      <a:pt x="2333" y="6216"/>
                      <a:pt x="1429" y="6216"/>
                    </a:cubicBezTo>
                    <a:cubicBezTo>
                      <a:pt x="1227" y="6216"/>
                      <a:pt x="1042" y="6157"/>
                      <a:pt x="888" y="6019"/>
                    </a:cubicBezTo>
                    <a:cubicBezTo>
                      <a:pt x="776" y="5920"/>
                      <a:pt x="654" y="5878"/>
                      <a:pt x="540" y="5878"/>
                    </a:cubicBezTo>
                    <a:cubicBezTo>
                      <a:pt x="248" y="5878"/>
                      <a:pt x="0" y="6156"/>
                      <a:pt x="54" y="6504"/>
                    </a:cubicBezTo>
                    <a:cubicBezTo>
                      <a:pt x="186" y="7365"/>
                      <a:pt x="775" y="7668"/>
                      <a:pt x="1506" y="7668"/>
                    </a:cubicBezTo>
                    <a:cubicBezTo>
                      <a:pt x="2699" y="7668"/>
                      <a:pt x="4272" y="6859"/>
                      <a:pt x="4858" y="6342"/>
                    </a:cubicBezTo>
                    <a:cubicBezTo>
                      <a:pt x="6501" y="4899"/>
                      <a:pt x="7086" y="1775"/>
                      <a:pt x="5219" y="244"/>
                    </a:cubicBezTo>
                    <a:cubicBezTo>
                      <a:pt x="5013" y="75"/>
                      <a:pt x="4770" y="1"/>
                      <a:pt x="45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63"/>
              <p:cNvSpPr/>
              <p:nvPr/>
            </p:nvSpPr>
            <p:spPr>
              <a:xfrm>
                <a:off x="5979725" y="3001125"/>
                <a:ext cx="200275" cy="156475"/>
              </a:xfrm>
              <a:custGeom>
                <a:avLst/>
                <a:gdLst/>
                <a:ahLst/>
                <a:cxnLst/>
                <a:rect l="l" t="t" r="r" b="b"/>
                <a:pathLst>
                  <a:path w="8011" h="6259" extrusionOk="0">
                    <a:moveTo>
                      <a:pt x="6010" y="0"/>
                    </a:moveTo>
                    <a:cubicBezTo>
                      <a:pt x="5562" y="0"/>
                      <a:pt x="5093" y="364"/>
                      <a:pt x="5110" y="850"/>
                    </a:cubicBezTo>
                    <a:cubicBezTo>
                      <a:pt x="5172" y="2107"/>
                      <a:pt x="5484" y="3352"/>
                      <a:pt x="4177" y="4148"/>
                    </a:cubicBezTo>
                    <a:cubicBezTo>
                      <a:pt x="3804" y="4373"/>
                      <a:pt x="3390" y="4466"/>
                      <a:pt x="2966" y="4466"/>
                    </a:cubicBezTo>
                    <a:cubicBezTo>
                      <a:pt x="2144" y="4466"/>
                      <a:pt x="1287" y="4115"/>
                      <a:pt x="630" y="3688"/>
                    </a:cubicBezTo>
                    <a:cubicBezTo>
                      <a:pt x="569" y="3655"/>
                      <a:pt x="506" y="3640"/>
                      <a:pt x="445" y="3640"/>
                    </a:cubicBezTo>
                    <a:cubicBezTo>
                      <a:pt x="207" y="3640"/>
                      <a:pt x="0" y="3866"/>
                      <a:pt x="70" y="4123"/>
                    </a:cubicBezTo>
                    <a:cubicBezTo>
                      <a:pt x="548" y="5508"/>
                      <a:pt x="1901" y="6259"/>
                      <a:pt x="3287" y="6259"/>
                    </a:cubicBezTo>
                    <a:cubicBezTo>
                      <a:pt x="3919" y="6259"/>
                      <a:pt x="4557" y="6102"/>
                      <a:pt x="5123" y="5779"/>
                    </a:cubicBezTo>
                    <a:cubicBezTo>
                      <a:pt x="6878" y="4783"/>
                      <a:pt x="8010" y="1921"/>
                      <a:pt x="6566" y="253"/>
                    </a:cubicBezTo>
                    <a:cubicBezTo>
                      <a:pt x="6418" y="77"/>
                      <a:pt x="6216" y="0"/>
                      <a:pt x="601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63"/>
              <p:cNvSpPr/>
              <p:nvPr/>
            </p:nvSpPr>
            <p:spPr>
              <a:xfrm>
                <a:off x="5998575" y="2897775"/>
                <a:ext cx="207975" cy="144850"/>
              </a:xfrm>
              <a:custGeom>
                <a:avLst/>
                <a:gdLst/>
                <a:ahLst/>
                <a:cxnLst/>
                <a:rect l="l" t="t" r="r" b="b"/>
                <a:pathLst>
                  <a:path w="8319" h="5794" extrusionOk="0">
                    <a:moveTo>
                      <a:pt x="4391" y="0"/>
                    </a:moveTo>
                    <a:cubicBezTo>
                      <a:pt x="3719" y="0"/>
                      <a:pt x="3044" y="177"/>
                      <a:pt x="2427" y="566"/>
                    </a:cubicBezTo>
                    <a:cubicBezTo>
                      <a:pt x="834" y="1574"/>
                      <a:pt x="0" y="4126"/>
                      <a:pt x="1332" y="5656"/>
                    </a:cubicBezTo>
                    <a:cubicBezTo>
                      <a:pt x="1415" y="5751"/>
                      <a:pt x="1532" y="5794"/>
                      <a:pt x="1652" y="5794"/>
                    </a:cubicBezTo>
                    <a:cubicBezTo>
                      <a:pt x="1909" y="5794"/>
                      <a:pt x="2179" y="5600"/>
                      <a:pt x="2153" y="5320"/>
                    </a:cubicBezTo>
                    <a:cubicBezTo>
                      <a:pt x="2041" y="4126"/>
                      <a:pt x="2054" y="2881"/>
                      <a:pt x="3149" y="2097"/>
                    </a:cubicBezTo>
                    <a:cubicBezTo>
                      <a:pt x="3514" y="1834"/>
                      <a:pt x="3943" y="1715"/>
                      <a:pt x="4374" y="1715"/>
                    </a:cubicBezTo>
                    <a:cubicBezTo>
                      <a:pt x="5149" y="1715"/>
                      <a:pt x="5933" y="2100"/>
                      <a:pt x="6372" y="2732"/>
                    </a:cubicBezTo>
                    <a:cubicBezTo>
                      <a:pt x="6563" y="3005"/>
                      <a:pt x="6833" y="3118"/>
                      <a:pt x="7099" y="3118"/>
                    </a:cubicBezTo>
                    <a:cubicBezTo>
                      <a:pt x="7718" y="3118"/>
                      <a:pt x="8319" y="2505"/>
                      <a:pt x="7866" y="1860"/>
                    </a:cubicBezTo>
                    <a:cubicBezTo>
                      <a:pt x="7068" y="714"/>
                      <a:pt x="5738" y="0"/>
                      <a:pt x="439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63"/>
              <p:cNvSpPr/>
              <p:nvPr/>
            </p:nvSpPr>
            <p:spPr>
              <a:xfrm>
                <a:off x="6029300" y="2796125"/>
                <a:ext cx="1865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7460" h="3429" extrusionOk="0">
                    <a:moveTo>
                      <a:pt x="631" y="1"/>
                    </a:moveTo>
                    <a:cubicBezTo>
                      <a:pt x="314" y="1"/>
                      <a:pt x="1" y="278"/>
                      <a:pt x="91" y="662"/>
                    </a:cubicBezTo>
                    <a:cubicBezTo>
                      <a:pt x="479" y="2487"/>
                      <a:pt x="2100" y="3429"/>
                      <a:pt x="3735" y="3429"/>
                    </a:cubicBezTo>
                    <a:cubicBezTo>
                      <a:pt x="5089" y="3429"/>
                      <a:pt x="6453" y="2783"/>
                      <a:pt x="7135" y="1459"/>
                    </a:cubicBezTo>
                    <a:cubicBezTo>
                      <a:pt x="7459" y="828"/>
                      <a:pt x="6899" y="79"/>
                      <a:pt x="6314" y="79"/>
                    </a:cubicBezTo>
                    <a:cubicBezTo>
                      <a:pt x="6115" y="79"/>
                      <a:pt x="5912" y="167"/>
                      <a:pt x="5741" y="376"/>
                    </a:cubicBezTo>
                    <a:cubicBezTo>
                      <a:pt x="5047" y="1229"/>
                      <a:pt x="4227" y="1667"/>
                      <a:pt x="3413" y="1667"/>
                    </a:cubicBezTo>
                    <a:cubicBezTo>
                      <a:pt x="2577" y="1667"/>
                      <a:pt x="1749" y="1204"/>
                      <a:pt x="1074" y="251"/>
                    </a:cubicBezTo>
                    <a:cubicBezTo>
                      <a:pt x="963" y="76"/>
                      <a:pt x="796" y="1"/>
                      <a:pt x="6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63"/>
              <p:cNvSpPr/>
              <p:nvPr/>
            </p:nvSpPr>
            <p:spPr>
              <a:xfrm>
                <a:off x="5866025" y="2863275"/>
                <a:ext cx="132450" cy="182550"/>
              </a:xfrm>
              <a:custGeom>
                <a:avLst/>
                <a:gdLst/>
                <a:ahLst/>
                <a:cxnLst/>
                <a:rect l="l" t="t" r="r" b="b"/>
                <a:pathLst>
                  <a:path w="5298" h="7302" extrusionOk="0">
                    <a:moveTo>
                      <a:pt x="3797" y="1"/>
                    </a:moveTo>
                    <a:cubicBezTo>
                      <a:pt x="3739" y="1"/>
                      <a:pt x="3681" y="6"/>
                      <a:pt x="3622" y="17"/>
                    </a:cubicBezTo>
                    <a:cubicBezTo>
                      <a:pt x="312" y="639"/>
                      <a:pt x="1" y="5929"/>
                      <a:pt x="2950" y="7236"/>
                    </a:cubicBezTo>
                    <a:cubicBezTo>
                      <a:pt x="3054" y="7281"/>
                      <a:pt x="3155" y="7302"/>
                      <a:pt x="3250" y="7302"/>
                    </a:cubicBezTo>
                    <a:cubicBezTo>
                      <a:pt x="3747" y="7302"/>
                      <a:pt x="4073" y="6735"/>
                      <a:pt x="3697" y="6265"/>
                    </a:cubicBezTo>
                    <a:cubicBezTo>
                      <a:pt x="3075" y="5481"/>
                      <a:pt x="2602" y="4597"/>
                      <a:pt x="2851" y="3577"/>
                    </a:cubicBezTo>
                    <a:cubicBezTo>
                      <a:pt x="3099" y="2593"/>
                      <a:pt x="3859" y="2208"/>
                      <a:pt x="4556" y="1610"/>
                    </a:cubicBezTo>
                    <a:cubicBezTo>
                      <a:pt x="5298" y="984"/>
                      <a:pt x="4592" y="1"/>
                      <a:pt x="379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63"/>
              <p:cNvSpPr/>
              <p:nvPr/>
            </p:nvSpPr>
            <p:spPr>
              <a:xfrm>
                <a:off x="5851725" y="2689525"/>
                <a:ext cx="239000" cy="133175"/>
              </a:xfrm>
              <a:custGeom>
                <a:avLst/>
                <a:gdLst/>
                <a:ahLst/>
                <a:cxnLst/>
                <a:rect l="l" t="t" r="r" b="b"/>
                <a:pathLst>
                  <a:path w="9560" h="5327" extrusionOk="0">
                    <a:moveTo>
                      <a:pt x="4909" y="1"/>
                    </a:moveTo>
                    <a:cubicBezTo>
                      <a:pt x="3979" y="1"/>
                      <a:pt x="3067" y="213"/>
                      <a:pt x="2253" y="744"/>
                    </a:cubicBezTo>
                    <a:cubicBezTo>
                      <a:pt x="809" y="1690"/>
                      <a:pt x="0" y="3433"/>
                      <a:pt x="709" y="5063"/>
                    </a:cubicBezTo>
                    <a:cubicBezTo>
                      <a:pt x="793" y="5248"/>
                      <a:pt x="951" y="5326"/>
                      <a:pt x="1118" y="5326"/>
                    </a:cubicBezTo>
                    <a:cubicBezTo>
                      <a:pt x="1400" y="5326"/>
                      <a:pt x="1705" y="5102"/>
                      <a:pt x="1705" y="4789"/>
                    </a:cubicBezTo>
                    <a:cubicBezTo>
                      <a:pt x="1655" y="3482"/>
                      <a:pt x="2514" y="2312"/>
                      <a:pt x="3783" y="1964"/>
                    </a:cubicBezTo>
                    <a:cubicBezTo>
                      <a:pt x="4127" y="1860"/>
                      <a:pt x="4473" y="1815"/>
                      <a:pt x="4819" y="1815"/>
                    </a:cubicBezTo>
                    <a:cubicBezTo>
                      <a:pt x="5916" y="1815"/>
                      <a:pt x="7012" y="2261"/>
                      <a:pt x="8015" y="2649"/>
                    </a:cubicBezTo>
                    <a:cubicBezTo>
                      <a:pt x="8116" y="2689"/>
                      <a:pt x="8215" y="2708"/>
                      <a:pt x="8308" y="2708"/>
                    </a:cubicBezTo>
                    <a:cubicBezTo>
                      <a:pt x="9100" y="2708"/>
                      <a:pt x="9559" y="1381"/>
                      <a:pt x="8724" y="981"/>
                    </a:cubicBezTo>
                    <a:cubicBezTo>
                      <a:pt x="7572" y="427"/>
                      <a:pt x="6224" y="1"/>
                      <a:pt x="49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Google Shape;619;p63"/>
              <p:cNvSpPr/>
              <p:nvPr/>
            </p:nvSpPr>
            <p:spPr>
              <a:xfrm>
                <a:off x="6106050" y="2649400"/>
                <a:ext cx="207775" cy="112125"/>
              </a:xfrm>
              <a:custGeom>
                <a:avLst/>
                <a:gdLst/>
                <a:ahLst/>
                <a:cxnLst/>
                <a:rect l="l" t="t" r="r" b="b"/>
                <a:pathLst>
                  <a:path w="8311" h="4485" extrusionOk="0">
                    <a:moveTo>
                      <a:pt x="3946" y="0"/>
                    </a:moveTo>
                    <a:cubicBezTo>
                      <a:pt x="2117" y="0"/>
                      <a:pt x="339" y="1052"/>
                      <a:pt x="45" y="3270"/>
                    </a:cubicBezTo>
                    <a:cubicBezTo>
                      <a:pt x="0" y="3626"/>
                      <a:pt x="287" y="3805"/>
                      <a:pt x="584" y="3805"/>
                    </a:cubicBezTo>
                    <a:cubicBezTo>
                      <a:pt x="786" y="3805"/>
                      <a:pt x="992" y="3723"/>
                      <a:pt x="1103" y="3557"/>
                    </a:cubicBezTo>
                    <a:cubicBezTo>
                      <a:pt x="1720" y="2625"/>
                      <a:pt x="2599" y="1802"/>
                      <a:pt x="3769" y="1802"/>
                    </a:cubicBezTo>
                    <a:cubicBezTo>
                      <a:pt x="3850" y="1802"/>
                      <a:pt x="3932" y="1806"/>
                      <a:pt x="4015" y="1814"/>
                    </a:cubicBezTo>
                    <a:cubicBezTo>
                      <a:pt x="5334" y="1926"/>
                      <a:pt x="5857" y="2959"/>
                      <a:pt x="6367" y="4005"/>
                    </a:cubicBezTo>
                    <a:cubicBezTo>
                      <a:pt x="6531" y="4336"/>
                      <a:pt x="6865" y="4484"/>
                      <a:pt x="7206" y="4484"/>
                    </a:cubicBezTo>
                    <a:cubicBezTo>
                      <a:pt x="7749" y="4484"/>
                      <a:pt x="8310" y="4110"/>
                      <a:pt x="8234" y="3507"/>
                    </a:cubicBezTo>
                    <a:cubicBezTo>
                      <a:pt x="7937" y="1217"/>
                      <a:pt x="5913" y="0"/>
                      <a:pt x="39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Google Shape;620;p63"/>
              <p:cNvSpPr/>
              <p:nvPr/>
            </p:nvSpPr>
            <p:spPr>
              <a:xfrm>
                <a:off x="5985875" y="2547500"/>
                <a:ext cx="196600" cy="119575"/>
              </a:xfrm>
              <a:custGeom>
                <a:avLst/>
                <a:gdLst/>
                <a:ahLst/>
                <a:cxnLst/>
                <a:rect l="l" t="t" r="r" b="b"/>
                <a:pathLst>
                  <a:path w="7864" h="4783" extrusionOk="0">
                    <a:moveTo>
                      <a:pt x="6676" y="0"/>
                    </a:moveTo>
                    <a:cubicBezTo>
                      <a:pt x="6385" y="0"/>
                      <a:pt x="6110" y="143"/>
                      <a:pt x="5959" y="489"/>
                    </a:cubicBezTo>
                    <a:cubicBezTo>
                      <a:pt x="5511" y="1484"/>
                      <a:pt x="5213" y="2480"/>
                      <a:pt x="4043" y="2841"/>
                    </a:cubicBezTo>
                    <a:cubicBezTo>
                      <a:pt x="3801" y="2916"/>
                      <a:pt x="3561" y="2951"/>
                      <a:pt x="3325" y="2951"/>
                    </a:cubicBezTo>
                    <a:cubicBezTo>
                      <a:pt x="2432" y="2951"/>
                      <a:pt x="1601" y="2455"/>
                      <a:pt x="981" y="1796"/>
                    </a:cubicBezTo>
                    <a:cubicBezTo>
                      <a:pt x="888" y="1699"/>
                      <a:pt x="767" y="1657"/>
                      <a:pt x="645" y="1657"/>
                    </a:cubicBezTo>
                    <a:cubicBezTo>
                      <a:pt x="327" y="1657"/>
                      <a:pt x="0" y="1943"/>
                      <a:pt x="135" y="2293"/>
                    </a:cubicBezTo>
                    <a:cubicBezTo>
                      <a:pt x="706" y="3805"/>
                      <a:pt x="2143" y="4782"/>
                      <a:pt x="3730" y="4782"/>
                    </a:cubicBezTo>
                    <a:cubicBezTo>
                      <a:pt x="3908" y="4782"/>
                      <a:pt x="4087" y="4770"/>
                      <a:pt x="4267" y="4745"/>
                    </a:cubicBezTo>
                    <a:cubicBezTo>
                      <a:pt x="6022" y="4496"/>
                      <a:pt x="7864" y="2853"/>
                      <a:pt x="7764" y="974"/>
                    </a:cubicBezTo>
                    <a:cubicBezTo>
                      <a:pt x="7733" y="430"/>
                      <a:pt x="7180" y="0"/>
                      <a:pt x="66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21" name="Google Shape;621;p63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64"/>
          <p:cNvSpPr txBox="1">
            <a:spLocks noGrp="1"/>
          </p:cNvSpPr>
          <p:nvPr>
            <p:ph type="body" idx="1"/>
          </p:nvPr>
        </p:nvSpPr>
        <p:spPr>
          <a:xfrm>
            <a:off x="715100" y="2701425"/>
            <a:ext cx="3322200" cy="190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64"/>
          <p:cNvSpPr txBox="1">
            <a:spLocks noGrp="1"/>
          </p:cNvSpPr>
          <p:nvPr>
            <p:ph type="title"/>
          </p:nvPr>
        </p:nvSpPr>
        <p:spPr>
          <a:xfrm>
            <a:off x="715100" y="1401575"/>
            <a:ext cx="3861000" cy="12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625" name="Google Shape;625;p64"/>
          <p:cNvGrpSpPr/>
          <p:nvPr/>
        </p:nvGrpSpPr>
        <p:grpSpPr>
          <a:xfrm>
            <a:off x="1732721" y="488125"/>
            <a:ext cx="7297676" cy="4510167"/>
            <a:chOff x="1732721" y="488125"/>
            <a:chExt cx="7297676" cy="4510167"/>
          </a:xfrm>
        </p:grpSpPr>
        <p:sp>
          <p:nvSpPr>
            <p:cNvPr id="626" name="Google Shape;626;p64"/>
            <p:cNvSpPr/>
            <p:nvPr/>
          </p:nvSpPr>
          <p:spPr>
            <a:xfrm rot="-453958">
              <a:off x="1754213" y="912715"/>
              <a:ext cx="952905" cy="389494"/>
            </a:xfrm>
            <a:custGeom>
              <a:avLst/>
              <a:gdLst/>
              <a:ahLst/>
              <a:cxnLst/>
              <a:rect l="l" t="t" r="r" b="b"/>
              <a:pathLst>
                <a:path w="20476" h="8369" extrusionOk="0">
                  <a:moveTo>
                    <a:pt x="5882" y="1"/>
                  </a:moveTo>
                  <a:cubicBezTo>
                    <a:pt x="3608" y="1"/>
                    <a:pt x="1540" y="1950"/>
                    <a:pt x="332" y="3806"/>
                  </a:cubicBezTo>
                  <a:cubicBezTo>
                    <a:pt x="1" y="4319"/>
                    <a:pt x="498" y="5035"/>
                    <a:pt x="1035" y="5035"/>
                  </a:cubicBezTo>
                  <a:cubicBezTo>
                    <a:pt x="1163" y="5035"/>
                    <a:pt x="1293" y="4994"/>
                    <a:pt x="1415" y="4901"/>
                  </a:cubicBezTo>
                  <a:cubicBezTo>
                    <a:pt x="2596" y="3993"/>
                    <a:pt x="3939" y="2749"/>
                    <a:pt x="5338" y="2749"/>
                  </a:cubicBezTo>
                  <a:cubicBezTo>
                    <a:pt x="5915" y="2749"/>
                    <a:pt x="6502" y="2960"/>
                    <a:pt x="7090" y="3495"/>
                  </a:cubicBezTo>
                  <a:cubicBezTo>
                    <a:pt x="8596" y="4876"/>
                    <a:pt x="9716" y="6345"/>
                    <a:pt x="11571" y="7328"/>
                  </a:cubicBezTo>
                  <a:cubicBezTo>
                    <a:pt x="12801" y="7983"/>
                    <a:pt x="14174" y="8368"/>
                    <a:pt x="15465" y="8368"/>
                  </a:cubicBezTo>
                  <a:cubicBezTo>
                    <a:pt x="17558" y="8368"/>
                    <a:pt x="19438" y="7356"/>
                    <a:pt x="20146" y="4839"/>
                  </a:cubicBezTo>
                  <a:cubicBezTo>
                    <a:pt x="20476" y="3670"/>
                    <a:pt x="19533" y="2911"/>
                    <a:pt x="18603" y="2911"/>
                  </a:cubicBezTo>
                  <a:cubicBezTo>
                    <a:pt x="17988" y="2911"/>
                    <a:pt x="17379" y="3242"/>
                    <a:pt x="17146" y="4005"/>
                  </a:cubicBezTo>
                  <a:cubicBezTo>
                    <a:pt x="16812" y="5110"/>
                    <a:pt x="16204" y="5538"/>
                    <a:pt x="15447" y="5538"/>
                  </a:cubicBezTo>
                  <a:cubicBezTo>
                    <a:pt x="13026" y="5538"/>
                    <a:pt x="9084" y="1141"/>
                    <a:pt x="7738" y="458"/>
                  </a:cubicBezTo>
                  <a:cubicBezTo>
                    <a:pt x="7113" y="140"/>
                    <a:pt x="6490" y="1"/>
                    <a:pt x="58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64"/>
            <p:cNvSpPr/>
            <p:nvPr/>
          </p:nvSpPr>
          <p:spPr>
            <a:xfrm rot="1124762">
              <a:off x="4799425" y="1001751"/>
              <a:ext cx="3771343" cy="3482916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9" name="Google Shape;629;p65"/>
          <p:cNvGrpSpPr/>
          <p:nvPr/>
        </p:nvGrpSpPr>
        <p:grpSpPr>
          <a:xfrm>
            <a:off x="458401" y="470495"/>
            <a:ext cx="8399091" cy="4494762"/>
            <a:chOff x="458401" y="470495"/>
            <a:chExt cx="8399091" cy="4494762"/>
          </a:xfrm>
        </p:grpSpPr>
        <p:sp>
          <p:nvSpPr>
            <p:cNvPr id="630" name="Google Shape;630;p65"/>
            <p:cNvSpPr/>
            <p:nvPr/>
          </p:nvSpPr>
          <p:spPr>
            <a:xfrm rot="-1274828">
              <a:off x="3792449" y="723586"/>
              <a:ext cx="1559101" cy="865202"/>
            </a:xfrm>
            <a:custGeom>
              <a:avLst/>
              <a:gdLst/>
              <a:ahLst/>
              <a:cxnLst/>
              <a:rect l="l" t="t" r="r" b="b"/>
              <a:pathLst>
                <a:path w="20204" h="11211" extrusionOk="0">
                  <a:moveTo>
                    <a:pt x="3442" y="1"/>
                  </a:moveTo>
                  <a:cubicBezTo>
                    <a:pt x="3180" y="1"/>
                    <a:pt x="2914" y="96"/>
                    <a:pt x="2729" y="264"/>
                  </a:cubicBezTo>
                  <a:cubicBezTo>
                    <a:pt x="1783" y="1086"/>
                    <a:pt x="962" y="2044"/>
                    <a:pt x="290" y="3102"/>
                  </a:cubicBezTo>
                  <a:cubicBezTo>
                    <a:pt x="0" y="3578"/>
                    <a:pt x="432" y="4089"/>
                    <a:pt x="887" y="4089"/>
                  </a:cubicBezTo>
                  <a:cubicBezTo>
                    <a:pt x="1038" y="4089"/>
                    <a:pt x="1192" y="4032"/>
                    <a:pt x="1323" y="3898"/>
                  </a:cubicBezTo>
                  <a:cubicBezTo>
                    <a:pt x="1833" y="3351"/>
                    <a:pt x="2393" y="2840"/>
                    <a:pt x="2978" y="2367"/>
                  </a:cubicBezTo>
                  <a:cubicBezTo>
                    <a:pt x="3463" y="3537"/>
                    <a:pt x="3974" y="4682"/>
                    <a:pt x="4471" y="5840"/>
                  </a:cubicBezTo>
                  <a:cubicBezTo>
                    <a:pt x="4602" y="6159"/>
                    <a:pt x="4965" y="6322"/>
                    <a:pt x="5314" y="6322"/>
                  </a:cubicBezTo>
                  <a:cubicBezTo>
                    <a:pt x="5496" y="6322"/>
                    <a:pt x="5675" y="6278"/>
                    <a:pt x="5816" y="6188"/>
                  </a:cubicBezTo>
                  <a:lnTo>
                    <a:pt x="8354" y="4633"/>
                  </a:lnTo>
                  <a:cubicBezTo>
                    <a:pt x="8529" y="5802"/>
                    <a:pt x="8765" y="6960"/>
                    <a:pt x="9051" y="8105"/>
                  </a:cubicBezTo>
                  <a:cubicBezTo>
                    <a:pt x="9169" y="8531"/>
                    <a:pt x="9610" y="8844"/>
                    <a:pt x="10052" y="8844"/>
                  </a:cubicBezTo>
                  <a:cubicBezTo>
                    <a:pt x="10218" y="8844"/>
                    <a:pt x="10383" y="8800"/>
                    <a:pt x="10532" y="8702"/>
                  </a:cubicBezTo>
                  <a:cubicBezTo>
                    <a:pt x="11466" y="8055"/>
                    <a:pt x="12437" y="7458"/>
                    <a:pt x="13432" y="6923"/>
                  </a:cubicBezTo>
                  <a:cubicBezTo>
                    <a:pt x="13644" y="8105"/>
                    <a:pt x="13880" y="9275"/>
                    <a:pt x="14154" y="10445"/>
                  </a:cubicBezTo>
                  <a:cubicBezTo>
                    <a:pt x="14254" y="10870"/>
                    <a:pt x="14729" y="11210"/>
                    <a:pt x="15177" y="11210"/>
                  </a:cubicBezTo>
                  <a:cubicBezTo>
                    <a:pt x="15345" y="11210"/>
                    <a:pt x="15509" y="11163"/>
                    <a:pt x="15648" y="11054"/>
                  </a:cubicBezTo>
                  <a:lnTo>
                    <a:pt x="19257" y="8267"/>
                  </a:lnTo>
                  <a:cubicBezTo>
                    <a:pt x="20204" y="7546"/>
                    <a:pt x="19618" y="6365"/>
                    <a:pt x="18733" y="6365"/>
                  </a:cubicBezTo>
                  <a:cubicBezTo>
                    <a:pt x="18502" y="6365"/>
                    <a:pt x="18250" y="6445"/>
                    <a:pt x="18000" y="6636"/>
                  </a:cubicBezTo>
                  <a:lnTo>
                    <a:pt x="15784" y="8379"/>
                  </a:lnTo>
                  <a:cubicBezTo>
                    <a:pt x="15548" y="7296"/>
                    <a:pt x="15336" y="6201"/>
                    <a:pt x="15162" y="5105"/>
                  </a:cubicBezTo>
                  <a:cubicBezTo>
                    <a:pt x="15092" y="4621"/>
                    <a:pt x="14641" y="4392"/>
                    <a:pt x="14203" y="4392"/>
                  </a:cubicBezTo>
                  <a:cubicBezTo>
                    <a:pt x="14022" y="4392"/>
                    <a:pt x="13843" y="4432"/>
                    <a:pt x="13694" y="4508"/>
                  </a:cubicBezTo>
                  <a:cubicBezTo>
                    <a:pt x="12648" y="5031"/>
                    <a:pt x="11653" y="5591"/>
                    <a:pt x="10669" y="6201"/>
                  </a:cubicBezTo>
                  <a:cubicBezTo>
                    <a:pt x="10445" y="5130"/>
                    <a:pt x="10271" y="4048"/>
                    <a:pt x="10159" y="2965"/>
                  </a:cubicBezTo>
                  <a:cubicBezTo>
                    <a:pt x="10102" y="2415"/>
                    <a:pt x="9662" y="1944"/>
                    <a:pt x="9142" y="1944"/>
                  </a:cubicBezTo>
                  <a:cubicBezTo>
                    <a:pt x="8980" y="1944"/>
                    <a:pt x="8809" y="1990"/>
                    <a:pt x="8641" y="2094"/>
                  </a:cubicBezTo>
                  <a:cubicBezTo>
                    <a:pt x="7682" y="2691"/>
                    <a:pt x="6724" y="3301"/>
                    <a:pt x="5766" y="3898"/>
                  </a:cubicBezTo>
                  <a:cubicBezTo>
                    <a:pt x="5255" y="2753"/>
                    <a:pt x="4745" y="1596"/>
                    <a:pt x="4223" y="463"/>
                  </a:cubicBezTo>
                  <a:cubicBezTo>
                    <a:pt x="4072" y="142"/>
                    <a:pt x="3760" y="1"/>
                    <a:pt x="3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65"/>
            <p:cNvSpPr/>
            <p:nvPr/>
          </p:nvSpPr>
          <p:spPr>
            <a:xfrm>
              <a:off x="859744" y="3247549"/>
              <a:ext cx="1848461" cy="1495244"/>
            </a:xfrm>
            <a:custGeom>
              <a:avLst/>
              <a:gdLst/>
              <a:ahLst/>
              <a:cxnLst/>
              <a:rect l="l" t="t" r="r" b="b"/>
              <a:pathLst>
                <a:path w="33189" h="26847" extrusionOk="0">
                  <a:moveTo>
                    <a:pt x="16061" y="1"/>
                  </a:moveTo>
                  <a:cubicBezTo>
                    <a:pt x="15057" y="1"/>
                    <a:pt x="14022" y="656"/>
                    <a:pt x="13802" y="1680"/>
                  </a:cubicBezTo>
                  <a:cubicBezTo>
                    <a:pt x="13068" y="5028"/>
                    <a:pt x="12607" y="8463"/>
                    <a:pt x="12060" y="11848"/>
                  </a:cubicBezTo>
                  <a:cubicBezTo>
                    <a:pt x="11823" y="13416"/>
                    <a:pt x="11599" y="14984"/>
                    <a:pt x="11375" y="16565"/>
                  </a:cubicBezTo>
                  <a:cubicBezTo>
                    <a:pt x="11114" y="15694"/>
                    <a:pt x="10840" y="14822"/>
                    <a:pt x="10579" y="13951"/>
                  </a:cubicBezTo>
                  <a:cubicBezTo>
                    <a:pt x="9770" y="11139"/>
                    <a:pt x="9235" y="8226"/>
                    <a:pt x="8363" y="5439"/>
                  </a:cubicBezTo>
                  <a:cubicBezTo>
                    <a:pt x="8081" y="4455"/>
                    <a:pt x="7182" y="3800"/>
                    <a:pt x="6181" y="3800"/>
                  </a:cubicBezTo>
                  <a:cubicBezTo>
                    <a:pt x="6079" y="3800"/>
                    <a:pt x="5977" y="3807"/>
                    <a:pt x="5874" y="3821"/>
                  </a:cubicBezTo>
                  <a:cubicBezTo>
                    <a:pt x="4879" y="3970"/>
                    <a:pt x="3759" y="4903"/>
                    <a:pt x="3908" y="6048"/>
                  </a:cubicBezTo>
                  <a:cubicBezTo>
                    <a:pt x="4306" y="9110"/>
                    <a:pt x="5289" y="12209"/>
                    <a:pt x="6310" y="15134"/>
                  </a:cubicBezTo>
                  <a:cubicBezTo>
                    <a:pt x="6808" y="16527"/>
                    <a:pt x="7330" y="17934"/>
                    <a:pt x="7928" y="19278"/>
                  </a:cubicBezTo>
                  <a:cubicBezTo>
                    <a:pt x="8003" y="19440"/>
                    <a:pt x="8077" y="19614"/>
                    <a:pt x="8152" y="19776"/>
                  </a:cubicBezTo>
                  <a:cubicBezTo>
                    <a:pt x="7604" y="19340"/>
                    <a:pt x="7119" y="18830"/>
                    <a:pt x="6683" y="18282"/>
                  </a:cubicBezTo>
                  <a:cubicBezTo>
                    <a:pt x="5028" y="16154"/>
                    <a:pt x="4157" y="13565"/>
                    <a:pt x="2365" y="11537"/>
                  </a:cubicBezTo>
                  <a:cubicBezTo>
                    <a:pt x="2137" y="11278"/>
                    <a:pt x="1869" y="11170"/>
                    <a:pt x="1604" y="11170"/>
                  </a:cubicBezTo>
                  <a:cubicBezTo>
                    <a:pt x="1003" y="11170"/>
                    <a:pt x="418" y="11731"/>
                    <a:pt x="349" y="12371"/>
                  </a:cubicBezTo>
                  <a:cubicBezTo>
                    <a:pt x="0" y="15631"/>
                    <a:pt x="1531" y="18942"/>
                    <a:pt x="3497" y="21468"/>
                  </a:cubicBezTo>
                  <a:cubicBezTo>
                    <a:pt x="5725" y="24318"/>
                    <a:pt x="8911" y="25949"/>
                    <a:pt x="12446" y="26534"/>
                  </a:cubicBezTo>
                  <a:cubicBezTo>
                    <a:pt x="13698" y="26742"/>
                    <a:pt x="15004" y="26847"/>
                    <a:pt x="16330" y="26847"/>
                  </a:cubicBezTo>
                  <a:cubicBezTo>
                    <a:pt x="21910" y="26847"/>
                    <a:pt x="27855" y="24986"/>
                    <a:pt x="31736" y="21095"/>
                  </a:cubicBezTo>
                  <a:cubicBezTo>
                    <a:pt x="33189" y="19622"/>
                    <a:pt x="31850" y="17107"/>
                    <a:pt x="30119" y="17107"/>
                  </a:cubicBezTo>
                  <a:cubicBezTo>
                    <a:pt x="29743" y="17107"/>
                    <a:pt x="29349" y="17225"/>
                    <a:pt x="28961" y="17498"/>
                  </a:cubicBezTo>
                  <a:cubicBezTo>
                    <a:pt x="26634" y="19129"/>
                    <a:pt x="24468" y="20635"/>
                    <a:pt x="21718" y="21443"/>
                  </a:cubicBezTo>
                  <a:cubicBezTo>
                    <a:pt x="20834" y="21705"/>
                    <a:pt x="19938" y="21904"/>
                    <a:pt x="19029" y="22041"/>
                  </a:cubicBezTo>
                  <a:cubicBezTo>
                    <a:pt x="19863" y="21120"/>
                    <a:pt x="20685" y="20174"/>
                    <a:pt x="21494" y="19228"/>
                  </a:cubicBezTo>
                  <a:cubicBezTo>
                    <a:pt x="23584" y="16776"/>
                    <a:pt x="25588" y="14287"/>
                    <a:pt x="27542" y="11748"/>
                  </a:cubicBezTo>
                  <a:cubicBezTo>
                    <a:pt x="28314" y="10753"/>
                    <a:pt x="27704" y="9147"/>
                    <a:pt x="26721" y="8575"/>
                  </a:cubicBezTo>
                  <a:cubicBezTo>
                    <a:pt x="26347" y="8355"/>
                    <a:pt x="25969" y="8256"/>
                    <a:pt x="25602" y="8256"/>
                  </a:cubicBezTo>
                  <a:cubicBezTo>
                    <a:pt x="24807" y="8256"/>
                    <a:pt x="24067" y="8719"/>
                    <a:pt x="23547" y="9409"/>
                  </a:cubicBezTo>
                  <a:cubicBezTo>
                    <a:pt x="21755" y="11786"/>
                    <a:pt x="19925" y="14150"/>
                    <a:pt x="18059" y="16478"/>
                  </a:cubicBezTo>
                  <a:cubicBezTo>
                    <a:pt x="17138" y="17623"/>
                    <a:pt x="16217" y="18768"/>
                    <a:pt x="15296" y="19925"/>
                  </a:cubicBezTo>
                  <a:lnTo>
                    <a:pt x="15246" y="19987"/>
                  </a:lnTo>
                  <a:cubicBezTo>
                    <a:pt x="15370" y="19241"/>
                    <a:pt x="15470" y="18481"/>
                    <a:pt x="15594" y="17760"/>
                  </a:cubicBezTo>
                  <a:cubicBezTo>
                    <a:pt x="15881" y="16104"/>
                    <a:pt x="16179" y="14449"/>
                    <a:pt x="16453" y="12806"/>
                  </a:cubicBezTo>
                  <a:cubicBezTo>
                    <a:pt x="17026" y="9496"/>
                    <a:pt x="17735" y="6210"/>
                    <a:pt x="18233" y="2900"/>
                  </a:cubicBezTo>
                  <a:cubicBezTo>
                    <a:pt x="18419" y="1680"/>
                    <a:pt x="17922" y="435"/>
                    <a:pt x="16627" y="75"/>
                  </a:cubicBezTo>
                  <a:cubicBezTo>
                    <a:pt x="16444" y="25"/>
                    <a:pt x="16253" y="1"/>
                    <a:pt x="160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65"/>
            <p:cNvSpPr/>
            <p:nvPr/>
          </p:nvSpPr>
          <p:spPr>
            <a:xfrm>
              <a:off x="458401" y="3863148"/>
              <a:ext cx="1134006" cy="802175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3" name="Google Shape;633;p65"/>
            <p:cNvGrpSpPr/>
            <p:nvPr/>
          </p:nvGrpSpPr>
          <p:grpSpPr>
            <a:xfrm rot="375732" flipH="1">
              <a:off x="7289101" y="3547823"/>
              <a:ext cx="1499802" cy="1339633"/>
              <a:chOff x="287900" y="3991175"/>
              <a:chExt cx="844150" cy="754000"/>
            </a:xfrm>
          </p:grpSpPr>
          <p:sp>
            <p:nvSpPr>
              <p:cNvPr id="634" name="Google Shape;634;p65"/>
              <p:cNvSpPr/>
              <p:nvPr/>
            </p:nvSpPr>
            <p:spPr>
              <a:xfrm>
                <a:off x="287900" y="3991175"/>
                <a:ext cx="844150" cy="754000"/>
              </a:xfrm>
              <a:custGeom>
                <a:avLst/>
                <a:gdLst/>
                <a:ahLst/>
                <a:cxnLst/>
                <a:rect l="l" t="t" r="r" b="b"/>
                <a:pathLst>
                  <a:path w="33766" h="30160" extrusionOk="0">
                    <a:moveTo>
                      <a:pt x="16435" y="1"/>
                    </a:moveTo>
                    <a:cubicBezTo>
                      <a:pt x="14164" y="1"/>
                      <a:pt x="11874" y="431"/>
                      <a:pt x="9782" y="1149"/>
                    </a:cubicBezTo>
                    <a:cubicBezTo>
                      <a:pt x="4829" y="2855"/>
                      <a:pt x="1867" y="7298"/>
                      <a:pt x="971" y="12301"/>
                    </a:cubicBezTo>
                    <a:cubicBezTo>
                      <a:pt x="0" y="17640"/>
                      <a:pt x="1880" y="22929"/>
                      <a:pt x="3709" y="27870"/>
                    </a:cubicBezTo>
                    <a:cubicBezTo>
                      <a:pt x="4300" y="29486"/>
                      <a:pt x="5522" y="30160"/>
                      <a:pt x="6800" y="30160"/>
                    </a:cubicBezTo>
                    <a:cubicBezTo>
                      <a:pt x="9233" y="30160"/>
                      <a:pt x="11871" y="27715"/>
                      <a:pt x="10753" y="24672"/>
                    </a:cubicBezTo>
                    <a:cubicBezTo>
                      <a:pt x="9384" y="20950"/>
                      <a:pt x="7169" y="14479"/>
                      <a:pt x="9484" y="10733"/>
                    </a:cubicBezTo>
                    <a:lnTo>
                      <a:pt x="9484" y="10733"/>
                    </a:lnTo>
                    <a:cubicBezTo>
                      <a:pt x="9720" y="11952"/>
                      <a:pt x="10081" y="13159"/>
                      <a:pt x="10380" y="14317"/>
                    </a:cubicBezTo>
                    <a:cubicBezTo>
                      <a:pt x="11002" y="16706"/>
                      <a:pt x="11624" y="19096"/>
                      <a:pt x="12247" y="21473"/>
                    </a:cubicBezTo>
                    <a:cubicBezTo>
                      <a:pt x="12727" y="23294"/>
                      <a:pt x="14180" y="24703"/>
                      <a:pt x="16056" y="24703"/>
                    </a:cubicBezTo>
                    <a:cubicBezTo>
                      <a:pt x="16270" y="24703"/>
                      <a:pt x="16490" y="24685"/>
                      <a:pt x="16715" y="24647"/>
                    </a:cubicBezTo>
                    <a:cubicBezTo>
                      <a:pt x="18619" y="24323"/>
                      <a:pt x="20436" y="22220"/>
                      <a:pt x="19888" y="20191"/>
                    </a:cubicBezTo>
                    <a:cubicBezTo>
                      <a:pt x="19204" y="17665"/>
                      <a:pt x="18507" y="15151"/>
                      <a:pt x="17822" y="12637"/>
                    </a:cubicBezTo>
                    <a:cubicBezTo>
                      <a:pt x="17374" y="11019"/>
                      <a:pt x="16976" y="9289"/>
                      <a:pt x="16292" y="7708"/>
                    </a:cubicBezTo>
                    <a:cubicBezTo>
                      <a:pt x="18221" y="7708"/>
                      <a:pt x="20025" y="8331"/>
                      <a:pt x="21444" y="9936"/>
                    </a:cubicBezTo>
                    <a:cubicBezTo>
                      <a:pt x="23995" y="12836"/>
                      <a:pt x="25626" y="17665"/>
                      <a:pt x="29310" y="19220"/>
                    </a:cubicBezTo>
                    <a:cubicBezTo>
                      <a:pt x="29657" y="19364"/>
                      <a:pt x="30000" y="19430"/>
                      <a:pt x="30330" y="19430"/>
                    </a:cubicBezTo>
                    <a:cubicBezTo>
                      <a:pt x="31797" y="19430"/>
                      <a:pt x="33013" y="18137"/>
                      <a:pt x="33267" y="16694"/>
                    </a:cubicBezTo>
                    <a:cubicBezTo>
                      <a:pt x="33765" y="13819"/>
                      <a:pt x="31600" y="10994"/>
                      <a:pt x="30106" y="8716"/>
                    </a:cubicBezTo>
                    <a:cubicBezTo>
                      <a:pt x="28613" y="6426"/>
                      <a:pt x="26945" y="4136"/>
                      <a:pt x="24730" y="2506"/>
                    </a:cubicBezTo>
                    <a:cubicBezTo>
                      <a:pt x="22321" y="731"/>
                      <a:pt x="19395" y="1"/>
                      <a:pt x="1643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65"/>
              <p:cNvSpPr/>
              <p:nvPr/>
            </p:nvSpPr>
            <p:spPr>
              <a:xfrm>
                <a:off x="620400" y="4028875"/>
                <a:ext cx="148225" cy="105325"/>
              </a:xfrm>
              <a:custGeom>
                <a:avLst/>
                <a:gdLst/>
                <a:ahLst/>
                <a:cxnLst/>
                <a:rect l="l" t="t" r="r" b="b"/>
                <a:pathLst>
                  <a:path w="5929" h="4213" extrusionOk="0">
                    <a:moveTo>
                      <a:pt x="4717" y="1"/>
                    </a:moveTo>
                    <a:cubicBezTo>
                      <a:pt x="4578" y="1"/>
                      <a:pt x="4448" y="104"/>
                      <a:pt x="4448" y="264"/>
                    </a:cubicBezTo>
                    <a:cubicBezTo>
                      <a:pt x="4485" y="1123"/>
                      <a:pt x="4249" y="2205"/>
                      <a:pt x="3440" y="2653"/>
                    </a:cubicBezTo>
                    <a:cubicBezTo>
                      <a:pt x="3182" y="2792"/>
                      <a:pt x="2947" y="2849"/>
                      <a:pt x="2725" y="2849"/>
                    </a:cubicBezTo>
                    <a:cubicBezTo>
                      <a:pt x="2111" y="2849"/>
                      <a:pt x="1605" y="2409"/>
                      <a:pt x="1038" y="2043"/>
                    </a:cubicBezTo>
                    <a:cubicBezTo>
                      <a:pt x="949" y="1988"/>
                      <a:pt x="852" y="1963"/>
                      <a:pt x="756" y="1963"/>
                    </a:cubicBezTo>
                    <a:cubicBezTo>
                      <a:pt x="377" y="1963"/>
                      <a:pt x="0" y="2344"/>
                      <a:pt x="129" y="2740"/>
                    </a:cubicBezTo>
                    <a:cubicBezTo>
                      <a:pt x="482" y="3734"/>
                      <a:pt x="1561" y="4213"/>
                      <a:pt x="2612" y="4213"/>
                    </a:cubicBezTo>
                    <a:cubicBezTo>
                      <a:pt x="3154" y="4213"/>
                      <a:pt x="3688" y="4085"/>
                      <a:pt x="4112" y="3836"/>
                    </a:cubicBezTo>
                    <a:cubicBezTo>
                      <a:pt x="5418" y="3076"/>
                      <a:pt x="5929" y="1235"/>
                      <a:pt x="4908" y="77"/>
                    </a:cubicBezTo>
                    <a:cubicBezTo>
                      <a:pt x="4852" y="25"/>
                      <a:pt x="4783" y="1"/>
                      <a:pt x="471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65"/>
              <p:cNvSpPr/>
              <p:nvPr/>
            </p:nvSpPr>
            <p:spPr>
              <a:xfrm>
                <a:off x="373100" y="4136425"/>
                <a:ext cx="133850" cy="104750"/>
              </a:xfrm>
              <a:custGeom>
                <a:avLst/>
                <a:gdLst/>
                <a:ahLst/>
                <a:cxnLst/>
                <a:rect l="l" t="t" r="r" b="b"/>
                <a:pathLst>
                  <a:path w="5354" h="4190" extrusionOk="0">
                    <a:moveTo>
                      <a:pt x="4020" y="0"/>
                    </a:moveTo>
                    <a:cubicBezTo>
                      <a:pt x="3718" y="0"/>
                      <a:pt x="3408" y="242"/>
                      <a:pt x="3425" y="567"/>
                    </a:cubicBezTo>
                    <a:cubicBezTo>
                      <a:pt x="3462" y="1413"/>
                      <a:pt x="3661" y="2247"/>
                      <a:pt x="2790" y="2782"/>
                    </a:cubicBezTo>
                    <a:cubicBezTo>
                      <a:pt x="2541" y="2930"/>
                      <a:pt x="2262" y="2992"/>
                      <a:pt x="1978" y="2992"/>
                    </a:cubicBezTo>
                    <a:cubicBezTo>
                      <a:pt x="1425" y="2992"/>
                      <a:pt x="849" y="2758"/>
                      <a:pt x="413" y="2471"/>
                    </a:cubicBezTo>
                    <a:cubicBezTo>
                      <a:pt x="372" y="2448"/>
                      <a:pt x="329" y="2437"/>
                      <a:pt x="289" y="2437"/>
                    </a:cubicBezTo>
                    <a:cubicBezTo>
                      <a:pt x="133" y="2437"/>
                      <a:pt x="0" y="2589"/>
                      <a:pt x="40" y="2757"/>
                    </a:cubicBezTo>
                    <a:cubicBezTo>
                      <a:pt x="364" y="3687"/>
                      <a:pt x="1267" y="4190"/>
                      <a:pt x="2192" y="4190"/>
                    </a:cubicBezTo>
                    <a:cubicBezTo>
                      <a:pt x="2616" y="4190"/>
                      <a:pt x="3045" y="4084"/>
                      <a:pt x="3425" y="3865"/>
                    </a:cubicBezTo>
                    <a:cubicBezTo>
                      <a:pt x="4607" y="3205"/>
                      <a:pt x="5354" y="1288"/>
                      <a:pt x="4396" y="168"/>
                    </a:cubicBezTo>
                    <a:cubicBezTo>
                      <a:pt x="4294" y="51"/>
                      <a:pt x="4158" y="0"/>
                      <a:pt x="40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65"/>
              <p:cNvSpPr/>
              <p:nvPr/>
            </p:nvSpPr>
            <p:spPr>
              <a:xfrm>
                <a:off x="587225" y="4215075"/>
                <a:ext cx="76000" cy="69275"/>
              </a:xfrm>
              <a:custGeom>
                <a:avLst/>
                <a:gdLst/>
                <a:ahLst/>
                <a:cxnLst/>
                <a:rect l="l" t="t" r="r" b="b"/>
                <a:pathLst>
                  <a:path w="3040" h="2771" extrusionOk="0">
                    <a:moveTo>
                      <a:pt x="985" y="0"/>
                    </a:moveTo>
                    <a:cubicBezTo>
                      <a:pt x="706" y="0"/>
                      <a:pt x="411" y="237"/>
                      <a:pt x="535" y="569"/>
                    </a:cubicBezTo>
                    <a:cubicBezTo>
                      <a:pt x="585" y="731"/>
                      <a:pt x="647" y="905"/>
                      <a:pt x="709" y="1080"/>
                    </a:cubicBezTo>
                    <a:lnTo>
                      <a:pt x="249" y="1266"/>
                    </a:lnTo>
                    <a:cubicBezTo>
                      <a:pt x="1" y="1361"/>
                      <a:pt x="22" y="1780"/>
                      <a:pt x="290" y="1780"/>
                    </a:cubicBezTo>
                    <a:cubicBezTo>
                      <a:pt x="305" y="1780"/>
                      <a:pt x="320" y="1779"/>
                      <a:pt x="336" y="1777"/>
                    </a:cubicBezTo>
                    <a:cubicBezTo>
                      <a:pt x="535" y="1739"/>
                      <a:pt x="722" y="1689"/>
                      <a:pt x="921" y="1640"/>
                    </a:cubicBezTo>
                    <a:cubicBezTo>
                      <a:pt x="1045" y="2001"/>
                      <a:pt x="1207" y="2337"/>
                      <a:pt x="1394" y="2660"/>
                    </a:cubicBezTo>
                    <a:cubicBezTo>
                      <a:pt x="1452" y="2736"/>
                      <a:pt x="1534" y="2770"/>
                      <a:pt x="1616" y="2770"/>
                    </a:cubicBezTo>
                    <a:cubicBezTo>
                      <a:pt x="1761" y="2770"/>
                      <a:pt x="1904" y="2661"/>
                      <a:pt x="1904" y="2486"/>
                    </a:cubicBezTo>
                    <a:cubicBezTo>
                      <a:pt x="1867" y="2125"/>
                      <a:pt x="1805" y="1764"/>
                      <a:pt x="1705" y="1416"/>
                    </a:cubicBezTo>
                    <a:cubicBezTo>
                      <a:pt x="2004" y="1316"/>
                      <a:pt x="2290" y="1204"/>
                      <a:pt x="2576" y="1080"/>
                    </a:cubicBezTo>
                    <a:cubicBezTo>
                      <a:pt x="3039" y="890"/>
                      <a:pt x="2835" y="292"/>
                      <a:pt x="2452" y="292"/>
                    </a:cubicBezTo>
                    <a:cubicBezTo>
                      <a:pt x="2382" y="292"/>
                      <a:pt x="2307" y="312"/>
                      <a:pt x="2228" y="358"/>
                    </a:cubicBezTo>
                    <a:cubicBezTo>
                      <a:pt x="1991" y="495"/>
                      <a:pt x="1742" y="619"/>
                      <a:pt x="1506" y="731"/>
                    </a:cubicBezTo>
                    <a:cubicBezTo>
                      <a:pt x="1456" y="582"/>
                      <a:pt x="1419" y="445"/>
                      <a:pt x="1381" y="296"/>
                    </a:cubicBezTo>
                    <a:cubicBezTo>
                      <a:pt x="1320" y="88"/>
                      <a:pt x="1155" y="0"/>
                      <a:pt x="9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65"/>
              <p:cNvSpPr/>
              <p:nvPr/>
            </p:nvSpPr>
            <p:spPr>
              <a:xfrm>
                <a:off x="585975" y="4363225"/>
                <a:ext cx="171725" cy="1261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5044" extrusionOk="0">
                    <a:moveTo>
                      <a:pt x="3651" y="0"/>
                    </a:moveTo>
                    <a:cubicBezTo>
                      <a:pt x="3000" y="0"/>
                      <a:pt x="2348" y="193"/>
                      <a:pt x="1780" y="617"/>
                    </a:cubicBezTo>
                    <a:cubicBezTo>
                      <a:pt x="523" y="1563"/>
                      <a:pt x="0" y="3753"/>
                      <a:pt x="1220" y="4948"/>
                    </a:cubicBezTo>
                    <a:cubicBezTo>
                      <a:pt x="1286" y="5015"/>
                      <a:pt x="1372" y="5044"/>
                      <a:pt x="1461" y="5044"/>
                    </a:cubicBezTo>
                    <a:cubicBezTo>
                      <a:pt x="1686" y="5044"/>
                      <a:pt x="1924" y="4854"/>
                      <a:pt x="1879" y="4612"/>
                    </a:cubicBezTo>
                    <a:cubicBezTo>
                      <a:pt x="1705" y="3617"/>
                      <a:pt x="1631" y="2571"/>
                      <a:pt x="2502" y="1837"/>
                    </a:cubicBezTo>
                    <a:cubicBezTo>
                      <a:pt x="2828" y="1561"/>
                      <a:pt x="3238" y="1434"/>
                      <a:pt x="3653" y="1434"/>
                    </a:cubicBezTo>
                    <a:cubicBezTo>
                      <a:pt x="4250" y="1434"/>
                      <a:pt x="4858" y="1698"/>
                      <a:pt x="5240" y="2160"/>
                    </a:cubicBezTo>
                    <a:cubicBezTo>
                      <a:pt x="5403" y="2358"/>
                      <a:pt x="5611" y="2440"/>
                      <a:pt x="5815" y="2440"/>
                    </a:cubicBezTo>
                    <a:cubicBezTo>
                      <a:pt x="6356" y="2440"/>
                      <a:pt x="6869" y="1860"/>
                      <a:pt x="6434" y="1327"/>
                    </a:cubicBezTo>
                    <a:cubicBezTo>
                      <a:pt x="5744" y="498"/>
                      <a:pt x="4698" y="0"/>
                      <a:pt x="36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39" name="Google Shape;639;p65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66"/>
          <p:cNvSpPr txBox="1">
            <a:spLocks noGrp="1"/>
          </p:cNvSpPr>
          <p:nvPr>
            <p:ph type="title"/>
          </p:nvPr>
        </p:nvSpPr>
        <p:spPr>
          <a:xfrm>
            <a:off x="720000" y="11902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2" name="Google Shape;642;p66"/>
          <p:cNvSpPr txBox="1">
            <a:spLocks noGrp="1"/>
          </p:cNvSpPr>
          <p:nvPr>
            <p:ph type="subTitle" idx="1"/>
          </p:nvPr>
        </p:nvSpPr>
        <p:spPr>
          <a:xfrm>
            <a:off x="2356725" y="2171550"/>
            <a:ext cx="44307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43" name="Google Shape;643;p66"/>
          <p:cNvGrpSpPr/>
          <p:nvPr/>
        </p:nvGrpSpPr>
        <p:grpSpPr>
          <a:xfrm>
            <a:off x="515512" y="282252"/>
            <a:ext cx="7991645" cy="4509410"/>
            <a:chOff x="515512" y="282252"/>
            <a:chExt cx="7991645" cy="4509410"/>
          </a:xfrm>
        </p:grpSpPr>
        <p:sp>
          <p:nvSpPr>
            <p:cNvPr id="644" name="Google Shape;644;p66"/>
            <p:cNvSpPr/>
            <p:nvPr/>
          </p:nvSpPr>
          <p:spPr>
            <a:xfrm rot="-1274837">
              <a:off x="3920366" y="493850"/>
              <a:ext cx="1303470" cy="723319"/>
            </a:xfrm>
            <a:custGeom>
              <a:avLst/>
              <a:gdLst/>
              <a:ahLst/>
              <a:cxnLst/>
              <a:rect l="l" t="t" r="r" b="b"/>
              <a:pathLst>
                <a:path w="20204" h="11211" extrusionOk="0">
                  <a:moveTo>
                    <a:pt x="3442" y="1"/>
                  </a:moveTo>
                  <a:cubicBezTo>
                    <a:pt x="3180" y="1"/>
                    <a:pt x="2914" y="96"/>
                    <a:pt x="2729" y="264"/>
                  </a:cubicBezTo>
                  <a:cubicBezTo>
                    <a:pt x="1783" y="1086"/>
                    <a:pt x="962" y="2044"/>
                    <a:pt x="290" y="3102"/>
                  </a:cubicBezTo>
                  <a:cubicBezTo>
                    <a:pt x="0" y="3578"/>
                    <a:pt x="432" y="4089"/>
                    <a:pt x="887" y="4089"/>
                  </a:cubicBezTo>
                  <a:cubicBezTo>
                    <a:pt x="1038" y="4089"/>
                    <a:pt x="1192" y="4032"/>
                    <a:pt x="1323" y="3898"/>
                  </a:cubicBezTo>
                  <a:cubicBezTo>
                    <a:pt x="1833" y="3351"/>
                    <a:pt x="2393" y="2840"/>
                    <a:pt x="2978" y="2367"/>
                  </a:cubicBezTo>
                  <a:cubicBezTo>
                    <a:pt x="3463" y="3537"/>
                    <a:pt x="3974" y="4682"/>
                    <a:pt x="4471" y="5840"/>
                  </a:cubicBezTo>
                  <a:cubicBezTo>
                    <a:pt x="4602" y="6159"/>
                    <a:pt x="4965" y="6322"/>
                    <a:pt x="5314" y="6322"/>
                  </a:cubicBezTo>
                  <a:cubicBezTo>
                    <a:pt x="5496" y="6322"/>
                    <a:pt x="5675" y="6278"/>
                    <a:pt x="5816" y="6188"/>
                  </a:cubicBezTo>
                  <a:lnTo>
                    <a:pt x="8354" y="4633"/>
                  </a:lnTo>
                  <a:cubicBezTo>
                    <a:pt x="8529" y="5802"/>
                    <a:pt x="8765" y="6960"/>
                    <a:pt x="9051" y="8105"/>
                  </a:cubicBezTo>
                  <a:cubicBezTo>
                    <a:pt x="9169" y="8531"/>
                    <a:pt x="9610" y="8844"/>
                    <a:pt x="10052" y="8844"/>
                  </a:cubicBezTo>
                  <a:cubicBezTo>
                    <a:pt x="10218" y="8844"/>
                    <a:pt x="10383" y="8800"/>
                    <a:pt x="10532" y="8702"/>
                  </a:cubicBezTo>
                  <a:cubicBezTo>
                    <a:pt x="11466" y="8055"/>
                    <a:pt x="12437" y="7458"/>
                    <a:pt x="13432" y="6923"/>
                  </a:cubicBezTo>
                  <a:cubicBezTo>
                    <a:pt x="13644" y="8105"/>
                    <a:pt x="13880" y="9275"/>
                    <a:pt x="14154" y="10445"/>
                  </a:cubicBezTo>
                  <a:cubicBezTo>
                    <a:pt x="14254" y="10870"/>
                    <a:pt x="14729" y="11210"/>
                    <a:pt x="15177" y="11210"/>
                  </a:cubicBezTo>
                  <a:cubicBezTo>
                    <a:pt x="15345" y="11210"/>
                    <a:pt x="15509" y="11163"/>
                    <a:pt x="15648" y="11054"/>
                  </a:cubicBezTo>
                  <a:lnTo>
                    <a:pt x="19257" y="8267"/>
                  </a:lnTo>
                  <a:cubicBezTo>
                    <a:pt x="20204" y="7546"/>
                    <a:pt x="19618" y="6365"/>
                    <a:pt x="18733" y="6365"/>
                  </a:cubicBezTo>
                  <a:cubicBezTo>
                    <a:pt x="18502" y="6365"/>
                    <a:pt x="18250" y="6445"/>
                    <a:pt x="18000" y="6636"/>
                  </a:cubicBezTo>
                  <a:lnTo>
                    <a:pt x="15784" y="8379"/>
                  </a:lnTo>
                  <a:cubicBezTo>
                    <a:pt x="15548" y="7296"/>
                    <a:pt x="15336" y="6201"/>
                    <a:pt x="15162" y="5105"/>
                  </a:cubicBezTo>
                  <a:cubicBezTo>
                    <a:pt x="15092" y="4621"/>
                    <a:pt x="14641" y="4392"/>
                    <a:pt x="14203" y="4392"/>
                  </a:cubicBezTo>
                  <a:cubicBezTo>
                    <a:pt x="14022" y="4392"/>
                    <a:pt x="13843" y="4432"/>
                    <a:pt x="13694" y="4508"/>
                  </a:cubicBezTo>
                  <a:cubicBezTo>
                    <a:pt x="12648" y="5031"/>
                    <a:pt x="11653" y="5591"/>
                    <a:pt x="10669" y="6201"/>
                  </a:cubicBezTo>
                  <a:cubicBezTo>
                    <a:pt x="10445" y="5130"/>
                    <a:pt x="10271" y="4048"/>
                    <a:pt x="10159" y="2965"/>
                  </a:cubicBezTo>
                  <a:cubicBezTo>
                    <a:pt x="10102" y="2415"/>
                    <a:pt x="9662" y="1944"/>
                    <a:pt x="9142" y="1944"/>
                  </a:cubicBezTo>
                  <a:cubicBezTo>
                    <a:pt x="8980" y="1944"/>
                    <a:pt x="8809" y="1990"/>
                    <a:pt x="8641" y="2094"/>
                  </a:cubicBezTo>
                  <a:cubicBezTo>
                    <a:pt x="7682" y="2691"/>
                    <a:pt x="6724" y="3301"/>
                    <a:pt x="5766" y="3898"/>
                  </a:cubicBezTo>
                  <a:cubicBezTo>
                    <a:pt x="5255" y="2753"/>
                    <a:pt x="4745" y="1596"/>
                    <a:pt x="4223" y="463"/>
                  </a:cubicBezTo>
                  <a:cubicBezTo>
                    <a:pt x="4072" y="142"/>
                    <a:pt x="3760" y="1"/>
                    <a:pt x="34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45" name="Google Shape;645;p66"/>
            <p:cNvGrpSpPr/>
            <p:nvPr/>
          </p:nvGrpSpPr>
          <p:grpSpPr>
            <a:xfrm>
              <a:off x="7455142" y="3893946"/>
              <a:ext cx="1052016" cy="897716"/>
              <a:chOff x="6501025" y="2106525"/>
              <a:chExt cx="846625" cy="722450"/>
            </a:xfrm>
          </p:grpSpPr>
          <p:sp>
            <p:nvSpPr>
              <p:cNvPr id="646" name="Google Shape;646;p66"/>
              <p:cNvSpPr/>
              <p:nvPr/>
            </p:nvSpPr>
            <p:spPr>
              <a:xfrm>
                <a:off x="6501025" y="2106525"/>
                <a:ext cx="728400" cy="722450"/>
              </a:xfrm>
              <a:custGeom>
                <a:avLst/>
                <a:gdLst/>
                <a:ahLst/>
                <a:cxnLst/>
                <a:rect l="l" t="t" r="r" b="b"/>
                <a:pathLst>
                  <a:path w="29136" h="28898" extrusionOk="0">
                    <a:moveTo>
                      <a:pt x="16801" y="1"/>
                    </a:moveTo>
                    <a:cubicBezTo>
                      <a:pt x="14850" y="1"/>
                      <a:pt x="13073" y="910"/>
                      <a:pt x="12260" y="3294"/>
                    </a:cubicBezTo>
                    <a:cubicBezTo>
                      <a:pt x="11550" y="5347"/>
                      <a:pt x="12421" y="7177"/>
                      <a:pt x="13765" y="8720"/>
                    </a:cubicBezTo>
                    <a:cubicBezTo>
                      <a:pt x="14201" y="9218"/>
                      <a:pt x="14662" y="9691"/>
                      <a:pt x="15110" y="10176"/>
                    </a:cubicBezTo>
                    <a:cubicBezTo>
                      <a:pt x="14736" y="9952"/>
                      <a:pt x="14375" y="9740"/>
                      <a:pt x="14002" y="9529"/>
                    </a:cubicBezTo>
                    <a:cubicBezTo>
                      <a:pt x="13005" y="8952"/>
                      <a:pt x="11846" y="8552"/>
                      <a:pt x="10727" y="8552"/>
                    </a:cubicBezTo>
                    <a:cubicBezTo>
                      <a:pt x="9626" y="8552"/>
                      <a:pt x="8563" y="8939"/>
                      <a:pt x="7729" y="9927"/>
                    </a:cubicBezTo>
                    <a:cubicBezTo>
                      <a:pt x="5975" y="12005"/>
                      <a:pt x="6659" y="14719"/>
                      <a:pt x="8439" y="16498"/>
                    </a:cubicBezTo>
                    <a:cubicBezTo>
                      <a:pt x="8725" y="16785"/>
                      <a:pt x="9036" y="17046"/>
                      <a:pt x="9347" y="17307"/>
                    </a:cubicBezTo>
                    <a:cubicBezTo>
                      <a:pt x="8512" y="16961"/>
                      <a:pt x="7623" y="16766"/>
                      <a:pt x="6753" y="16766"/>
                    </a:cubicBezTo>
                    <a:cubicBezTo>
                      <a:pt x="5588" y="16766"/>
                      <a:pt x="4460" y="17117"/>
                      <a:pt x="3548" y="17930"/>
                    </a:cubicBezTo>
                    <a:cubicBezTo>
                      <a:pt x="1" y="21078"/>
                      <a:pt x="3050" y="25621"/>
                      <a:pt x="6273" y="27413"/>
                    </a:cubicBezTo>
                    <a:cubicBezTo>
                      <a:pt x="8099" y="28439"/>
                      <a:pt x="10073" y="28898"/>
                      <a:pt x="12054" y="28898"/>
                    </a:cubicBezTo>
                    <a:cubicBezTo>
                      <a:pt x="17232" y="28898"/>
                      <a:pt x="22461" y="25767"/>
                      <a:pt x="25215" y="21464"/>
                    </a:cubicBezTo>
                    <a:cubicBezTo>
                      <a:pt x="29136" y="15316"/>
                      <a:pt x="28053" y="6629"/>
                      <a:pt x="22191" y="2012"/>
                    </a:cubicBezTo>
                    <a:cubicBezTo>
                      <a:pt x="20699" y="836"/>
                      <a:pt x="18670" y="1"/>
                      <a:pt x="1680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66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66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66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0" name="Google Shape;650;p66"/>
            <p:cNvGrpSpPr/>
            <p:nvPr/>
          </p:nvGrpSpPr>
          <p:grpSpPr>
            <a:xfrm flipH="1">
              <a:off x="515512" y="400600"/>
              <a:ext cx="1052009" cy="789635"/>
              <a:chOff x="8089048" y="269900"/>
              <a:chExt cx="767162" cy="575829"/>
            </a:xfrm>
          </p:grpSpPr>
          <p:sp>
            <p:nvSpPr>
              <p:cNvPr id="651" name="Google Shape;651;p66"/>
              <p:cNvSpPr/>
              <p:nvPr/>
            </p:nvSpPr>
            <p:spPr>
              <a:xfrm>
                <a:off x="8660384" y="26990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66"/>
              <p:cNvSpPr/>
              <p:nvPr/>
            </p:nvSpPr>
            <p:spPr>
              <a:xfrm>
                <a:off x="8369973" y="534995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66"/>
              <p:cNvSpPr/>
              <p:nvPr/>
            </p:nvSpPr>
            <p:spPr>
              <a:xfrm>
                <a:off x="8097521" y="346952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66"/>
              <p:cNvSpPr/>
              <p:nvPr/>
            </p:nvSpPr>
            <p:spPr>
              <a:xfrm>
                <a:off x="8089048" y="74463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7"/>
          <p:cNvSpPr txBox="1">
            <a:spLocks noGrp="1"/>
          </p:cNvSpPr>
          <p:nvPr>
            <p:ph type="title"/>
          </p:nvPr>
        </p:nvSpPr>
        <p:spPr>
          <a:xfrm>
            <a:off x="3924225" y="3750050"/>
            <a:ext cx="4504800" cy="8583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marR="91440" lvl="0" algn="r">
              <a:spcBef>
                <a:spcPts val="0"/>
              </a:spcBef>
              <a:spcAft>
                <a:spcPts val="0"/>
              </a:spcAft>
              <a:buSzPts val="35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657" name="Google Shape;657;p67"/>
          <p:cNvGrpSpPr/>
          <p:nvPr/>
        </p:nvGrpSpPr>
        <p:grpSpPr>
          <a:xfrm rot="10800000">
            <a:off x="8079087" y="274307"/>
            <a:ext cx="699624" cy="760571"/>
            <a:chOff x="8472500" y="116350"/>
            <a:chExt cx="573886" cy="623879"/>
          </a:xfrm>
        </p:grpSpPr>
        <p:sp>
          <p:nvSpPr>
            <p:cNvPr id="658" name="Google Shape;658;p67"/>
            <p:cNvSpPr/>
            <p:nvPr/>
          </p:nvSpPr>
          <p:spPr>
            <a:xfrm>
              <a:off x="8850559" y="116350"/>
              <a:ext cx="195827" cy="16798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67"/>
            <p:cNvSpPr/>
            <p:nvPr/>
          </p:nvSpPr>
          <p:spPr>
            <a:xfrm>
              <a:off x="8732698" y="480857"/>
              <a:ext cx="117862" cy="106021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67"/>
            <p:cNvSpPr/>
            <p:nvPr/>
          </p:nvSpPr>
          <p:spPr>
            <a:xfrm>
              <a:off x="8631796" y="284314"/>
              <a:ext cx="100910" cy="9092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67"/>
            <p:cNvSpPr/>
            <p:nvPr/>
          </p:nvSpPr>
          <p:spPr>
            <a:xfrm>
              <a:off x="8472500" y="616574"/>
              <a:ext cx="137447" cy="12365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68"/>
          <p:cNvSpPr txBox="1">
            <a:spLocks noGrp="1"/>
          </p:cNvSpPr>
          <p:nvPr>
            <p:ph type="title" hasCustomPrompt="1"/>
          </p:nvPr>
        </p:nvSpPr>
        <p:spPr>
          <a:xfrm>
            <a:off x="1064025" y="1605825"/>
            <a:ext cx="70161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64" name="Google Shape;664;p68"/>
          <p:cNvSpPr txBox="1">
            <a:spLocks noGrp="1"/>
          </p:cNvSpPr>
          <p:nvPr>
            <p:ph type="subTitle" idx="1"/>
          </p:nvPr>
        </p:nvSpPr>
        <p:spPr>
          <a:xfrm>
            <a:off x="2335275" y="3116975"/>
            <a:ext cx="4473600" cy="713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65" name="Google Shape;665;p68"/>
          <p:cNvGrpSpPr/>
          <p:nvPr/>
        </p:nvGrpSpPr>
        <p:grpSpPr>
          <a:xfrm>
            <a:off x="203147" y="279995"/>
            <a:ext cx="8567866" cy="904184"/>
            <a:chOff x="203147" y="279995"/>
            <a:chExt cx="8567866" cy="904184"/>
          </a:xfrm>
        </p:grpSpPr>
        <p:sp>
          <p:nvSpPr>
            <p:cNvPr id="666" name="Google Shape;666;p68"/>
            <p:cNvSpPr/>
            <p:nvPr/>
          </p:nvSpPr>
          <p:spPr>
            <a:xfrm>
              <a:off x="203147" y="279995"/>
              <a:ext cx="1339397" cy="904184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67" name="Google Shape;667;p68"/>
            <p:cNvGrpSpPr/>
            <p:nvPr/>
          </p:nvGrpSpPr>
          <p:grpSpPr>
            <a:xfrm flipH="1">
              <a:off x="8086788" y="280000"/>
              <a:ext cx="684225" cy="757500"/>
              <a:chOff x="4302200" y="1018850"/>
              <a:chExt cx="684225" cy="757500"/>
            </a:xfrm>
          </p:grpSpPr>
          <p:sp>
            <p:nvSpPr>
              <p:cNvPr id="668" name="Google Shape;668;p68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69;p68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Google Shape;670;p68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71;p68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Google Shape;672;p68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Google Shape;673;p68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74;p68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70"/>
          <p:cNvSpPr txBox="1">
            <a:spLocks noGrp="1"/>
          </p:cNvSpPr>
          <p:nvPr>
            <p:ph type="title"/>
          </p:nvPr>
        </p:nvSpPr>
        <p:spPr>
          <a:xfrm>
            <a:off x="715100" y="1810396"/>
            <a:ext cx="3341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8" name="Google Shape;678;p70"/>
          <p:cNvSpPr txBox="1">
            <a:spLocks noGrp="1"/>
          </p:cNvSpPr>
          <p:nvPr>
            <p:ph type="title" idx="2" hasCustomPrompt="1"/>
          </p:nvPr>
        </p:nvSpPr>
        <p:spPr>
          <a:xfrm>
            <a:off x="1749375" y="1353433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9" name="Google Shape;679;p70"/>
          <p:cNvSpPr txBox="1">
            <a:spLocks noGrp="1"/>
          </p:cNvSpPr>
          <p:nvPr>
            <p:ph type="subTitle" idx="1"/>
          </p:nvPr>
        </p:nvSpPr>
        <p:spPr>
          <a:xfrm>
            <a:off x="1154150" y="2289363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0" name="Google Shape;680;p70"/>
          <p:cNvSpPr txBox="1">
            <a:spLocks noGrp="1"/>
          </p:cNvSpPr>
          <p:nvPr>
            <p:ph type="title" idx="3"/>
          </p:nvPr>
        </p:nvSpPr>
        <p:spPr>
          <a:xfrm>
            <a:off x="2473225" y="3644721"/>
            <a:ext cx="24630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1" name="Google Shape;681;p70"/>
          <p:cNvSpPr txBox="1">
            <a:spLocks noGrp="1"/>
          </p:cNvSpPr>
          <p:nvPr>
            <p:ph type="title" idx="4" hasCustomPrompt="1"/>
          </p:nvPr>
        </p:nvSpPr>
        <p:spPr>
          <a:xfrm>
            <a:off x="3114350" y="3187721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82" name="Google Shape;682;p70"/>
          <p:cNvSpPr txBox="1">
            <a:spLocks noGrp="1"/>
          </p:cNvSpPr>
          <p:nvPr>
            <p:ph type="subTitle" idx="5"/>
          </p:nvPr>
        </p:nvSpPr>
        <p:spPr>
          <a:xfrm>
            <a:off x="2473225" y="4123700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3" name="Google Shape;683;p70"/>
          <p:cNvSpPr txBox="1">
            <a:spLocks noGrp="1"/>
          </p:cNvSpPr>
          <p:nvPr>
            <p:ph type="title" idx="6"/>
          </p:nvPr>
        </p:nvSpPr>
        <p:spPr>
          <a:xfrm>
            <a:off x="3914525" y="1810396"/>
            <a:ext cx="3434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4" name="Google Shape;684;p70"/>
          <p:cNvSpPr txBox="1">
            <a:spLocks noGrp="1"/>
          </p:cNvSpPr>
          <p:nvPr>
            <p:ph type="title" idx="7" hasCustomPrompt="1"/>
          </p:nvPr>
        </p:nvSpPr>
        <p:spPr>
          <a:xfrm>
            <a:off x="5040625" y="1353433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85" name="Google Shape;685;p70"/>
          <p:cNvSpPr txBox="1">
            <a:spLocks noGrp="1"/>
          </p:cNvSpPr>
          <p:nvPr>
            <p:ph type="subTitle" idx="8"/>
          </p:nvPr>
        </p:nvSpPr>
        <p:spPr>
          <a:xfrm>
            <a:off x="4399525" y="2289363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6" name="Google Shape;686;p70"/>
          <p:cNvSpPr txBox="1">
            <a:spLocks noGrp="1"/>
          </p:cNvSpPr>
          <p:nvPr>
            <p:ph type="title" idx="9"/>
          </p:nvPr>
        </p:nvSpPr>
        <p:spPr>
          <a:xfrm>
            <a:off x="5087850" y="3644721"/>
            <a:ext cx="3341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7" name="Google Shape;687;p70"/>
          <p:cNvSpPr txBox="1">
            <a:spLocks noGrp="1"/>
          </p:cNvSpPr>
          <p:nvPr>
            <p:ph type="title" idx="13" hasCustomPrompt="1"/>
          </p:nvPr>
        </p:nvSpPr>
        <p:spPr>
          <a:xfrm>
            <a:off x="6213875" y="3187721"/>
            <a:ext cx="1180800" cy="37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88" name="Google Shape;688;p70"/>
          <p:cNvSpPr txBox="1">
            <a:spLocks noGrp="1"/>
          </p:cNvSpPr>
          <p:nvPr>
            <p:ph type="subTitle" idx="14"/>
          </p:nvPr>
        </p:nvSpPr>
        <p:spPr>
          <a:xfrm>
            <a:off x="5572775" y="4123700"/>
            <a:ext cx="24630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9" name="Google Shape;689;p70"/>
          <p:cNvSpPr txBox="1">
            <a:spLocks noGrp="1"/>
          </p:cNvSpPr>
          <p:nvPr>
            <p:ph type="title" idx="15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  <a:latin typeface="Patrick Hand"/>
                <a:ea typeface="Patrick Hand"/>
                <a:cs typeface="Patrick Hand"/>
                <a:sym typeface="Patrick Han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690" name="Google Shape;690;p70"/>
          <p:cNvGrpSpPr/>
          <p:nvPr/>
        </p:nvGrpSpPr>
        <p:grpSpPr>
          <a:xfrm>
            <a:off x="310627" y="308409"/>
            <a:ext cx="1045586" cy="4550640"/>
            <a:chOff x="310627" y="308409"/>
            <a:chExt cx="1045586" cy="4550640"/>
          </a:xfrm>
        </p:grpSpPr>
        <p:grpSp>
          <p:nvGrpSpPr>
            <p:cNvPr id="691" name="Google Shape;691;p70"/>
            <p:cNvGrpSpPr/>
            <p:nvPr/>
          </p:nvGrpSpPr>
          <p:grpSpPr>
            <a:xfrm rot="10800000" flipH="1">
              <a:off x="376540" y="3774461"/>
              <a:ext cx="979673" cy="1084589"/>
              <a:chOff x="4302200" y="1018850"/>
              <a:chExt cx="684225" cy="757500"/>
            </a:xfrm>
          </p:grpSpPr>
          <p:sp>
            <p:nvSpPr>
              <p:cNvPr id="692" name="Google Shape;692;p70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70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Google Shape;694;p70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Google Shape;695;p70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70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Google Shape;697;p70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70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9" name="Google Shape;699;p70"/>
            <p:cNvGrpSpPr/>
            <p:nvPr/>
          </p:nvGrpSpPr>
          <p:grpSpPr>
            <a:xfrm>
              <a:off x="310627" y="308409"/>
              <a:ext cx="467032" cy="631935"/>
              <a:chOff x="310627" y="308409"/>
              <a:chExt cx="467032" cy="631935"/>
            </a:xfrm>
          </p:grpSpPr>
          <p:sp>
            <p:nvSpPr>
              <p:cNvPr id="700" name="Google Shape;700;p70"/>
              <p:cNvSpPr/>
              <p:nvPr/>
            </p:nvSpPr>
            <p:spPr>
              <a:xfrm rot="1147657" flipH="1">
                <a:off x="371721" y="698980"/>
                <a:ext cx="117858" cy="106018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701;p70"/>
              <p:cNvSpPr/>
              <p:nvPr/>
            </p:nvSpPr>
            <p:spPr>
              <a:xfrm rot="1147657" flipH="1">
                <a:off x="664641" y="835397"/>
                <a:ext cx="100907" cy="9092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70"/>
              <p:cNvSpPr/>
              <p:nvPr/>
            </p:nvSpPr>
            <p:spPr>
              <a:xfrm rot="1147812" flipH="1">
                <a:off x="583934" y="54780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70"/>
              <p:cNvSpPr/>
              <p:nvPr/>
            </p:nvSpPr>
            <p:spPr>
              <a:xfrm rot="1147657" flipH="1">
                <a:off x="332742" y="335855"/>
                <a:ext cx="195822" cy="167975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"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71"/>
          <p:cNvSpPr txBox="1">
            <a:spLocks noGrp="1"/>
          </p:cNvSpPr>
          <p:nvPr>
            <p:ph type="title"/>
          </p:nvPr>
        </p:nvSpPr>
        <p:spPr>
          <a:xfrm>
            <a:off x="2888800" y="1734291"/>
            <a:ext cx="5211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 hasCustomPrompt="1"/>
          </p:nvPr>
        </p:nvSpPr>
        <p:spPr>
          <a:xfrm>
            <a:off x="171400" y="21715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07" name="Google Shape;707;p71"/>
          <p:cNvSpPr txBox="1">
            <a:spLocks noGrp="1"/>
          </p:cNvSpPr>
          <p:nvPr>
            <p:ph type="subTitle" idx="1"/>
          </p:nvPr>
        </p:nvSpPr>
        <p:spPr>
          <a:xfrm>
            <a:off x="2888800" y="2833491"/>
            <a:ext cx="5540100" cy="500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08" name="Google Shape;708;p71"/>
          <p:cNvGrpSpPr/>
          <p:nvPr/>
        </p:nvGrpSpPr>
        <p:grpSpPr>
          <a:xfrm>
            <a:off x="348288" y="311653"/>
            <a:ext cx="6108360" cy="5795615"/>
            <a:chOff x="348288" y="311653"/>
            <a:chExt cx="6108360" cy="5795615"/>
          </a:xfrm>
        </p:grpSpPr>
        <p:sp>
          <p:nvSpPr>
            <p:cNvPr id="709" name="Google Shape;709;p71"/>
            <p:cNvSpPr/>
            <p:nvPr/>
          </p:nvSpPr>
          <p:spPr>
            <a:xfrm rot="10800000" flipH="1">
              <a:off x="861925" y="1774656"/>
              <a:ext cx="1769861" cy="1634556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0" name="Google Shape;710;p71"/>
            <p:cNvGrpSpPr/>
            <p:nvPr/>
          </p:nvGrpSpPr>
          <p:grpSpPr>
            <a:xfrm>
              <a:off x="348288" y="311653"/>
              <a:ext cx="893236" cy="841797"/>
              <a:chOff x="4211350" y="3061550"/>
              <a:chExt cx="539850" cy="508700"/>
            </a:xfrm>
          </p:grpSpPr>
          <p:sp>
            <p:nvSpPr>
              <p:cNvPr id="711" name="Google Shape;711;p71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712;p71"/>
              <p:cNvSpPr/>
              <p:nvPr/>
            </p:nvSpPr>
            <p:spPr>
              <a:xfrm>
                <a:off x="4319625" y="3255425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Google Shape;713;p71"/>
              <p:cNvSpPr/>
              <p:nvPr/>
            </p:nvSpPr>
            <p:spPr>
              <a:xfrm>
                <a:off x="4211350" y="3207500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Google Shape;714;p71"/>
              <p:cNvSpPr/>
              <p:nvPr/>
            </p:nvSpPr>
            <p:spPr>
              <a:xfrm>
                <a:off x="4313725" y="3061550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715;p71"/>
              <p:cNvSpPr/>
              <p:nvPr/>
            </p:nvSpPr>
            <p:spPr>
              <a:xfrm>
                <a:off x="4450625" y="3079200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71"/>
              <p:cNvSpPr/>
              <p:nvPr/>
            </p:nvSpPr>
            <p:spPr>
              <a:xfrm>
                <a:off x="4617075" y="3152825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71"/>
              <p:cNvSpPr/>
              <p:nvPr/>
            </p:nvSpPr>
            <p:spPr>
              <a:xfrm>
                <a:off x="4496975" y="3293050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71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19" name="Google Shape;719;p71"/>
            <p:cNvSpPr/>
            <p:nvPr/>
          </p:nvSpPr>
          <p:spPr>
            <a:xfrm rot="9900054">
              <a:off x="5395691" y="4027883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71"/>
            <p:cNvSpPr/>
            <p:nvPr/>
          </p:nvSpPr>
          <p:spPr>
            <a:xfrm rot="899946" flipH="1">
              <a:off x="4723941" y="4428333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72"/>
          <p:cNvGrpSpPr/>
          <p:nvPr/>
        </p:nvGrpSpPr>
        <p:grpSpPr>
          <a:xfrm>
            <a:off x="6709650" y="259365"/>
            <a:ext cx="1994400" cy="2929885"/>
            <a:chOff x="6709650" y="259365"/>
            <a:chExt cx="1994400" cy="2929885"/>
          </a:xfrm>
        </p:grpSpPr>
        <p:sp>
          <p:nvSpPr>
            <p:cNvPr id="723" name="Google Shape;723;p72"/>
            <p:cNvSpPr/>
            <p:nvPr/>
          </p:nvSpPr>
          <p:spPr>
            <a:xfrm rot="10800000" flipH="1">
              <a:off x="6709650" y="1564461"/>
              <a:ext cx="1759341" cy="1624789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24" name="Google Shape;724;p72"/>
            <p:cNvGrpSpPr/>
            <p:nvPr/>
          </p:nvGrpSpPr>
          <p:grpSpPr>
            <a:xfrm>
              <a:off x="7894945" y="259365"/>
              <a:ext cx="809104" cy="746170"/>
              <a:chOff x="7894945" y="259365"/>
              <a:chExt cx="809104" cy="746170"/>
            </a:xfrm>
          </p:grpSpPr>
          <p:grpSp>
            <p:nvGrpSpPr>
              <p:cNvPr id="725" name="Google Shape;725;p72"/>
              <p:cNvGrpSpPr/>
              <p:nvPr/>
            </p:nvGrpSpPr>
            <p:grpSpPr>
              <a:xfrm flipH="1">
                <a:off x="7983191" y="259365"/>
                <a:ext cx="720858" cy="641784"/>
                <a:chOff x="213566" y="173640"/>
                <a:chExt cx="720858" cy="641784"/>
              </a:xfrm>
            </p:grpSpPr>
            <p:sp>
              <p:nvSpPr>
                <p:cNvPr id="726" name="Google Shape;726;p72"/>
                <p:cNvSpPr/>
                <p:nvPr/>
              </p:nvSpPr>
              <p:spPr>
                <a:xfrm rot="772904">
                  <a:off x="415545" y="533491"/>
                  <a:ext cx="191481" cy="263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8" h="7302" extrusionOk="0">
                      <a:moveTo>
                        <a:pt x="3797" y="1"/>
                      </a:moveTo>
                      <a:cubicBezTo>
                        <a:pt x="3739" y="1"/>
                        <a:pt x="3681" y="6"/>
                        <a:pt x="3622" y="17"/>
                      </a:cubicBezTo>
                      <a:cubicBezTo>
                        <a:pt x="312" y="639"/>
                        <a:pt x="1" y="5929"/>
                        <a:pt x="2950" y="7236"/>
                      </a:cubicBezTo>
                      <a:cubicBezTo>
                        <a:pt x="3054" y="7281"/>
                        <a:pt x="3155" y="7302"/>
                        <a:pt x="3250" y="7302"/>
                      </a:cubicBezTo>
                      <a:cubicBezTo>
                        <a:pt x="3747" y="7302"/>
                        <a:pt x="4073" y="6735"/>
                        <a:pt x="3697" y="6265"/>
                      </a:cubicBezTo>
                      <a:cubicBezTo>
                        <a:pt x="3075" y="5481"/>
                        <a:pt x="2602" y="4597"/>
                        <a:pt x="2851" y="3577"/>
                      </a:cubicBezTo>
                      <a:cubicBezTo>
                        <a:pt x="3099" y="2593"/>
                        <a:pt x="3859" y="2208"/>
                        <a:pt x="4556" y="1610"/>
                      </a:cubicBezTo>
                      <a:cubicBezTo>
                        <a:pt x="5298" y="984"/>
                        <a:pt x="4592" y="1"/>
                        <a:pt x="3797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7" name="Google Shape;727;p72"/>
                <p:cNvSpPr/>
                <p:nvPr/>
              </p:nvSpPr>
              <p:spPr>
                <a:xfrm>
                  <a:off x="213566" y="378966"/>
                  <a:ext cx="345522" cy="192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60" h="5327" extrusionOk="0">
                      <a:moveTo>
                        <a:pt x="4909" y="1"/>
                      </a:moveTo>
                      <a:cubicBezTo>
                        <a:pt x="3979" y="1"/>
                        <a:pt x="3067" y="213"/>
                        <a:pt x="2253" y="744"/>
                      </a:cubicBezTo>
                      <a:cubicBezTo>
                        <a:pt x="809" y="1690"/>
                        <a:pt x="0" y="3433"/>
                        <a:pt x="709" y="5063"/>
                      </a:cubicBezTo>
                      <a:cubicBezTo>
                        <a:pt x="793" y="5248"/>
                        <a:pt x="951" y="5326"/>
                        <a:pt x="1118" y="5326"/>
                      </a:cubicBezTo>
                      <a:cubicBezTo>
                        <a:pt x="1400" y="5326"/>
                        <a:pt x="1705" y="5102"/>
                        <a:pt x="1705" y="4789"/>
                      </a:cubicBezTo>
                      <a:cubicBezTo>
                        <a:pt x="1655" y="3482"/>
                        <a:pt x="2514" y="2312"/>
                        <a:pt x="3783" y="1964"/>
                      </a:cubicBezTo>
                      <a:cubicBezTo>
                        <a:pt x="4127" y="1860"/>
                        <a:pt x="4473" y="1815"/>
                        <a:pt x="4819" y="1815"/>
                      </a:cubicBezTo>
                      <a:cubicBezTo>
                        <a:pt x="5916" y="1815"/>
                        <a:pt x="7012" y="2261"/>
                        <a:pt x="8015" y="2649"/>
                      </a:cubicBezTo>
                      <a:cubicBezTo>
                        <a:pt x="8116" y="2689"/>
                        <a:pt x="8215" y="2708"/>
                        <a:pt x="8308" y="2708"/>
                      </a:cubicBezTo>
                      <a:cubicBezTo>
                        <a:pt x="9100" y="2708"/>
                        <a:pt x="9559" y="1381"/>
                        <a:pt x="8724" y="981"/>
                      </a:cubicBezTo>
                      <a:cubicBezTo>
                        <a:pt x="7572" y="427"/>
                        <a:pt x="6224" y="1"/>
                        <a:pt x="4909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8" name="Google Shape;728;p72"/>
                <p:cNvSpPr/>
                <p:nvPr/>
              </p:nvSpPr>
              <p:spPr>
                <a:xfrm>
                  <a:off x="634044" y="346507"/>
                  <a:ext cx="300380" cy="1620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11" h="4485" extrusionOk="0">
                      <a:moveTo>
                        <a:pt x="3946" y="0"/>
                      </a:moveTo>
                      <a:cubicBezTo>
                        <a:pt x="2117" y="0"/>
                        <a:pt x="339" y="1052"/>
                        <a:pt x="45" y="3270"/>
                      </a:cubicBezTo>
                      <a:cubicBezTo>
                        <a:pt x="0" y="3626"/>
                        <a:pt x="287" y="3805"/>
                        <a:pt x="584" y="3805"/>
                      </a:cubicBezTo>
                      <a:cubicBezTo>
                        <a:pt x="786" y="3805"/>
                        <a:pt x="992" y="3723"/>
                        <a:pt x="1103" y="3557"/>
                      </a:cubicBezTo>
                      <a:cubicBezTo>
                        <a:pt x="1720" y="2625"/>
                        <a:pt x="2599" y="1802"/>
                        <a:pt x="3769" y="1802"/>
                      </a:cubicBezTo>
                      <a:cubicBezTo>
                        <a:pt x="3850" y="1802"/>
                        <a:pt x="3932" y="1806"/>
                        <a:pt x="4015" y="1814"/>
                      </a:cubicBezTo>
                      <a:cubicBezTo>
                        <a:pt x="5334" y="1926"/>
                        <a:pt x="5857" y="2959"/>
                        <a:pt x="6367" y="4005"/>
                      </a:cubicBezTo>
                      <a:cubicBezTo>
                        <a:pt x="6531" y="4336"/>
                        <a:pt x="6865" y="4484"/>
                        <a:pt x="7206" y="4484"/>
                      </a:cubicBezTo>
                      <a:cubicBezTo>
                        <a:pt x="7749" y="4484"/>
                        <a:pt x="8310" y="4110"/>
                        <a:pt x="8234" y="3507"/>
                      </a:cubicBezTo>
                      <a:cubicBezTo>
                        <a:pt x="7937" y="1217"/>
                        <a:pt x="5913" y="0"/>
                        <a:pt x="3946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9" name="Google Shape;729;p72"/>
                <p:cNvSpPr/>
                <p:nvPr/>
              </p:nvSpPr>
              <p:spPr>
                <a:xfrm>
                  <a:off x="407507" y="173640"/>
                  <a:ext cx="284225" cy="1728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" h="4783" extrusionOk="0">
                      <a:moveTo>
                        <a:pt x="6676" y="0"/>
                      </a:moveTo>
                      <a:cubicBezTo>
                        <a:pt x="6385" y="0"/>
                        <a:pt x="6110" y="143"/>
                        <a:pt x="5959" y="489"/>
                      </a:cubicBezTo>
                      <a:cubicBezTo>
                        <a:pt x="5511" y="1484"/>
                        <a:pt x="5213" y="2480"/>
                        <a:pt x="4043" y="2841"/>
                      </a:cubicBezTo>
                      <a:cubicBezTo>
                        <a:pt x="3801" y="2916"/>
                        <a:pt x="3561" y="2951"/>
                        <a:pt x="3325" y="2951"/>
                      </a:cubicBezTo>
                      <a:cubicBezTo>
                        <a:pt x="2432" y="2951"/>
                        <a:pt x="1601" y="2455"/>
                        <a:pt x="981" y="1796"/>
                      </a:cubicBezTo>
                      <a:cubicBezTo>
                        <a:pt x="888" y="1699"/>
                        <a:pt x="767" y="1657"/>
                        <a:pt x="645" y="1657"/>
                      </a:cubicBezTo>
                      <a:cubicBezTo>
                        <a:pt x="327" y="1657"/>
                        <a:pt x="0" y="1943"/>
                        <a:pt x="135" y="2293"/>
                      </a:cubicBezTo>
                      <a:cubicBezTo>
                        <a:pt x="706" y="3805"/>
                        <a:pt x="2143" y="4782"/>
                        <a:pt x="3730" y="4782"/>
                      </a:cubicBezTo>
                      <a:cubicBezTo>
                        <a:pt x="3908" y="4782"/>
                        <a:pt x="4087" y="4770"/>
                        <a:pt x="4267" y="4745"/>
                      </a:cubicBezTo>
                      <a:cubicBezTo>
                        <a:pt x="6022" y="4496"/>
                        <a:pt x="7864" y="2853"/>
                        <a:pt x="7764" y="974"/>
                      </a:cubicBezTo>
                      <a:cubicBezTo>
                        <a:pt x="7733" y="430"/>
                        <a:pt x="7180" y="0"/>
                        <a:pt x="6676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730" name="Google Shape;730;p72"/>
              <p:cNvSpPr/>
              <p:nvPr/>
            </p:nvSpPr>
            <p:spPr>
              <a:xfrm rot="1104443">
                <a:off x="7916503" y="654897"/>
                <a:ext cx="345514" cy="192527"/>
              </a:xfrm>
              <a:custGeom>
                <a:avLst/>
                <a:gdLst/>
                <a:ahLst/>
                <a:cxnLst/>
                <a:rect l="l" t="t" r="r" b="b"/>
                <a:pathLst>
                  <a:path w="9560" h="5327" extrusionOk="0">
                    <a:moveTo>
                      <a:pt x="4909" y="1"/>
                    </a:moveTo>
                    <a:cubicBezTo>
                      <a:pt x="3979" y="1"/>
                      <a:pt x="3067" y="213"/>
                      <a:pt x="2253" y="744"/>
                    </a:cubicBezTo>
                    <a:cubicBezTo>
                      <a:pt x="809" y="1690"/>
                      <a:pt x="0" y="3433"/>
                      <a:pt x="709" y="5063"/>
                    </a:cubicBezTo>
                    <a:cubicBezTo>
                      <a:pt x="793" y="5248"/>
                      <a:pt x="951" y="5326"/>
                      <a:pt x="1118" y="5326"/>
                    </a:cubicBezTo>
                    <a:cubicBezTo>
                      <a:pt x="1400" y="5326"/>
                      <a:pt x="1705" y="5102"/>
                      <a:pt x="1705" y="4789"/>
                    </a:cubicBezTo>
                    <a:cubicBezTo>
                      <a:pt x="1655" y="3482"/>
                      <a:pt x="2514" y="2312"/>
                      <a:pt x="3783" y="1964"/>
                    </a:cubicBezTo>
                    <a:cubicBezTo>
                      <a:pt x="4127" y="1860"/>
                      <a:pt x="4473" y="1815"/>
                      <a:pt x="4819" y="1815"/>
                    </a:cubicBezTo>
                    <a:cubicBezTo>
                      <a:pt x="5916" y="1815"/>
                      <a:pt x="7012" y="2261"/>
                      <a:pt x="8015" y="2649"/>
                    </a:cubicBezTo>
                    <a:cubicBezTo>
                      <a:pt x="8116" y="2689"/>
                      <a:pt x="8215" y="2708"/>
                      <a:pt x="8308" y="2708"/>
                    </a:cubicBezTo>
                    <a:cubicBezTo>
                      <a:pt x="9100" y="2708"/>
                      <a:pt x="9559" y="1381"/>
                      <a:pt x="8724" y="981"/>
                    </a:cubicBezTo>
                    <a:cubicBezTo>
                      <a:pt x="7572" y="427"/>
                      <a:pt x="6224" y="1"/>
                      <a:pt x="490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72"/>
              <p:cNvSpPr/>
              <p:nvPr/>
            </p:nvSpPr>
            <p:spPr>
              <a:xfrm flipH="1">
                <a:off x="8044084" y="832665"/>
                <a:ext cx="284225" cy="172870"/>
              </a:xfrm>
              <a:custGeom>
                <a:avLst/>
                <a:gdLst/>
                <a:ahLst/>
                <a:cxnLst/>
                <a:rect l="l" t="t" r="r" b="b"/>
                <a:pathLst>
                  <a:path w="7864" h="4783" extrusionOk="0">
                    <a:moveTo>
                      <a:pt x="6676" y="0"/>
                    </a:moveTo>
                    <a:cubicBezTo>
                      <a:pt x="6385" y="0"/>
                      <a:pt x="6110" y="143"/>
                      <a:pt x="5959" y="489"/>
                    </a:cubicBezTo>
                    <a:cubicBezTo>
                      <a:pt x="5511" y="1484"/>
                      <a:pt x="5213" y="2480"/>
                      <a:pt x="4043" y="2841"/>
                    </a:cubicBezTo>
                    <a:cubicBezTo>
                      <a:pt x="3801" y="2916"/>
                      <a:pt x="3561" y="2951"/>
                      <a:pt x="3325" y="2951"/>
                    </a:cubicBezTo>
                    <a:cubicBezTo>
                      <a:pt x="2432" y="2951"/>
                      <a:pt x="1601" y="2455"/>
                      <a:pt x="981" y="1796"/>
                    </a:cubicBezTo>
                    <a:cubicBezTo>
                      <a:pt x="888" y="1699"/>
                      <a:pt x="767" y="1657"/>
                      <a:pt x="645" y="1657"/>
                    </a:cubicBezTo>
                    <a:cubicBezTo>
                      <a:pt x="327" y="1657"/>
                      <a:pt x="0" y="1943"/>
                      <a:pt x="135" y="2293"/>
                    </a:cubicBezTo>
                    <a:cubicBezTo>
                      <a:pt x="706" y="3805"/>
                      <a:pt x="2143" y="4782"/>
                      <a:pt x="3730" y="4782"/>
                    </a:cubicBezTo>
                    <a:cubicBezTo>
                      <a:pt x="3908" y="4782"/>
                      <a:pt x="4087" y="4770"/>
                      <a:pt x="4267" y="4745"/>
                    </a:cubicBezTo>
                    <a:cubicBezTo>
                      <a:pt x="6022" y="4496"/>
                      <a:pt x="7864" y="2853"/>
                      <a:pt x="7764" y="974"/>
                    </a:cubicBezTo>
                    <a:cubicBezTo>
                      <a:pt x="7733" y="430"/>
                      <a:pt x="7180" y="0"/>
                      <a:pt x="667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32" name="Google Shape;732;p72"/>
          <p:cNvSpPr txBox="1">
            <a:spLocks noGrp="1"/>
          </p:cNvSpPr>
          <p:nvPr>
            <p:ph type="title"/>
          </p:nvPr>
        </p:nvSpPr>
        <p:spPr>
          <a:xfrm>
            <a:off x="813700" y="1510872"/>
            <a:ext cx="5540100" cy="16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33" name="Google Shape;733;p72"/>
          <p:cNvSpPr txBox="1">
            <a:spLocks noGrp="1"/>
          </p:cNvSpPr>
          <p:nvPr>
            <p:ph type="title" idx="2" hasCustomPrompt="1"/>
          </p:nvPr>
        </p:nvSpPr>
        <p:spPr>
          <a:xfrm>
            <a:off x="6013875" y="195593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34" name="Google Shape;734;p72"/>
          <p:cNvSpPr txBox="1">
            <a:spLocks noGrp="1"/>
          </p:cNvSpPr>
          <p:nvPr>
            <p:ph type="subTitle" idx="1"/>
          </p:nvPr>
        </p:nvSpPr>
        <p:spPr>
          <a:xfrm>
            <a:off x="715100" y="3446650"/>
            <a:ext cx="5540100" cy="500700"/>
          </a:xfrm>
          <a:prstGeom prst="rect">
            <a:avLst/>
          </a:prstGeom>
          <a:solidFill>
            <a:schemeClr val="accent3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marR="100013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6" name="Google Shape;736;p73"/>
          <p:cNvGrpSpPr/>
          <p:nvPr/>
        </p:nvGrpSpPr>
        <p:grpSpPr>
          <a:xfrm flipH="1">
            <a:off x="420819" y="289816"/>
            <a:ext cx="886218" cy="953042"/>
            <a:chOff x="6882175" y="2207400"/>
            <a:chExt cx="465475" cy="500600"/>
          </a:xfrm>
        </p:grpSpPr>
        <p:sp>
          <p:nvSpPr>
            <p:cNvPr id="737" name="Google Shape;737;p73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73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73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0" name="Google Shape;740;p73"/>
          <p:cNvSpPr txBox="1">
            <a:spLocks noGrp="1"/>
          </p:cNvSpPr>
          <p:nvPr>
            <p:ph type="title"/>
          </p:nvPr>
        </p:nvSpPr>
        <p:spPr>
          <a:xfrm>
            <a:off x="2821000" y="1500150"/>
            <a:ext cx="5607900" cy="162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1" name="Google Shape;741;p73"/>
          <p:cNvSpPr txBox="1">
            <a:spLocks noGrp="1"/>
          </p:cNvSpPr>
          <p:nvPr>
            <p:ph type="title" idx="2" hasCustomPrompt="1"/>
          </p:nvPr>
        </p:nvSpPr>
        <p:spPr>
          <a:xfrm>
            <a:off x="-85700" y="19418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42" name="Google Shape;742;p73"/>
          <p:cNvSpPr txBox="1">
            <a:spLocks noGrp="1"/>
          </p:cNvSpPr>
          <p:nvPr>
            <p:ph type="subTitle" idx="1"/>
          </p:nvPr>
        </p:nvSpPr>
        <p:spPr>
          <a:xfrm>
            <a:off x="2888750" y="3450650"/>
            <a:ext cx="5540100" cy="5007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74"/>
          <p:cNvSpPr txBox="1">
            <a:spLocks noGrp="1"/>
          </p:cNvSpPr>
          <p:nvPr>
            <p:ph type="title"/>
          </p:nvPr>
        </p:nvSpPr>
        <p:spPr>
          <a:xfrm>
            <a:off x="3865000" y="3392700"/>
            <a:ext cx="45639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45" name="Google Shape;745;p74"/>
          <p:cNvSpPr txBox="1">
            <a:spLocks noGrp="1"/>
          </p:cNvSpPr>
          <p:nvPr>
            <p:ph type="subTitle" idx="1"/>
          </p:nvPr>
        </p:nvSpPr>
        <p:spPr>
          <a:xfrm>
            <a:off x="2201200" y="1652400"/>
            <a:ext cx="6227700" cy="174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grpSp>
        <p:nvGrpSpPr>
          <p:cNvPr id="746" name="Google Shape;746;p74"/>
          <p:cNvGrpSpPr/>
          <p:nvPr/>
        </p:nvGrpSpPr>
        <p:grpSpPr>
          <a:xfrm rot="2700000">
            <a:off x="1392909" y="708131"/>
            <a:ext cx="767092" cy="1271458"/>
            <a:chOff x="405093" y="226883"/>
            <a:chExt cx="767099" cy="1271470"/>
          </a:xfrm>
        </p:grpSpPr>
        <p:sp>
          <p:nvSpPr>
            <p:cNvPr id="747" name="Google Shape;747;p74"/>
            <p:cNvSpPr/>
            <p:nvPr/>
          </p:nvSpPr>
          <p:spPr>
            <a:xfrm flipH="1">
              <a:off x="405093" y="500084"/>
              <a:ext cx="506235" cy="434247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74"/>
            <p:cNvSpPr/>
            <p:nvPr/>
          </p:nvSpPr>
          <p:spPr>
            <a:xfrm flipH="1">
              <a:off x="689767" y="1224277"/>
              <a:ext cx="304686" cy="274076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74"/>
            <p:cNvSpPr/>
            <p:nvPr/>
          </p:nvSpPr>
          <p:spPr>
            <a:xfrm flipH="1">
              <a:off x="911329" y="881679"/>
              <a:ext cx="260863" cy="23505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74"/>
            <p:cNvSpPr/>
            <p:nvPr/>
          </p:nvSpPr>
          <p:spPr>
            <a:xfrm flipH="1">
              <a:off x="791351" y="226883"/>
              <a:ext cx="190751" cy="171867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3"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75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76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755" name="Google Shape;755;p76"/>
          <p:cNvGrpSpPr/>
          <p:nvPr/>
        </p:nvGrpSpPr>
        <p:grpSpPr>
          <a:xfrm>
            <a:off x="8214375" y="223082"/>
            <a:ext cx="699624" cy="760571"/>
            <a:chOff x="8472500" y="116350"/>
            <a:chExt cx="573886" cy="623879"/>
          </a:xfrm>
        </p:grpSpPr>
        <p:sp>
          <p:nvSpPr>
            <p:cNvPr id="756" name="Google Shape;756;p76"/>
            <p:cNvSpPr/>
            <p:nvPr/>
          </p:nvSpPr>
          <p:spPr>
            <a:xfrm>
              <a:off x="8850559" y="116350"/>
              <a:ext cx="195827" cy="16798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76"/>
            <p:cNvSpPr/>
            <p:nvPr/>
          </p:nvSpPr>
          <p:spPr>
            <a:xfrm>
              <a:off x="8732698" y="480857"/>
              <a:ext cx="117862" cy="106021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76"/>
            <p:cNvSpPr/>
            <p:nvPr/>
          </p:nvSpPr>
          <p:spPr>
            <a:xfrm>
              <a:off x="8631796" y="284314"/>
              <a:ext cx="100910" cy="9092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76"/>
            <p:cNvSpPr/>
            <p:nvPr/>
          </p:nvSpPr>
          <p:spPr>
            <a:xfrm>
              <a:off x="8472500" y="616574"/>
              <a:ext cx="137447" cy="12365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3_1_1"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77"/>
          <p:cNvSpPr/>
          <p:nvPr/>
        </p:nvSpPr>
        <p:spPr>
          <a:xfrm rot="-1505648">
            <a:off x="7800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77"/>
          <p:cNvSpPr/>
          <p:nvPr/>
        </p:nvSpPr>
        <p:spPr>
          <a:xfrm rot="-1505648">
            <a:off x="74424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77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4"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78"/>
          <p:cNvSpPr/>
          <p:nvPr/>
        </p:nvSpPr>
        <p:spPr>
          <a:xfrm rot="-453958">
            <a:off x="736588" y="596040"/>
            <a:ext cx="952905" cy="389494"/>
          </a:xfrm>
          <a:custGeom>
            <a:avLst/>
            <a:gdLst/>
            <a:ahLst/>
            <a:cxnLst/>
            <a:rect l="l" t="t" r="r" b="b"/>
            <a:pathLst>
              <a:path w="20476" h="8369" extrusionOk="0">
                <a:moveTo>
                  <a:pt x="5882" y="1"/>
                </a:moveTo>
                <a:cubicBezTo>
                  <a:pt x="3608" y="1"/>
                  <a:pt x="1540" y="1950"/>
                  <a:pt x="332" y="3806"/>
                </a:cubicBezTo>
                <a:cubicBezTo>
                  <a:pt x="1" y="4319"/>
                  <a:pt x="498" y="5035"/>
                  <a:pt x="1035" y="5035"/>
                </a:cubicBezTo>
                <a:cubicBezTo>
                  <a:pt x="1163" y="5035"/>
                  <a:pt x="1293" y="4994"/>
                  <a:pt x="1415" y="4901"/>
                </a:cubicBezTo>
                <a:cubicBezTo>
                  <a:pt x="2596" y="3993"/>
                  <a:pt x="3939" y="2749"/>
                  <a:pt x="5338" y="2749"/>
                </a:cubicBezTo>
                <a:cubicBezTo>
                  <a:pt x="5915" y="2749"/>
                  <a:pt x="6502" y="2960"/>
                  <a:pt x="7090" y="3495"/>
                </a:cubicBezTo>
                <a:cubicBezTo>
                  <a:pt x="8596" y="4876"/>
                  <a:pt x="9716" y="6345"/>
                  <a:pt x="11571" y="7328"/>
                </a:cubicBezTo>
                <a:cubicBezTo>
                  <a:pt x="12801" y="7983"/>
                  <a:pt x="14174" y="8368"/>
                  <a:pt x="15465" y="8368"/>
                </a:cubicBezTo>
                <a:cubicBezTo>
                  <a:pt x="17558" y="8368"/>
                  <a:pt x="19438" y="7356"/>
                  <a:pt x="20146" y="4839"/>
                </a:cubicBezTo>
                <a:cubicBezTo>
                  <a:pt x="20476" y="3670"/>
                  <a:pt x="19533" y="2911"/>
                  <a:pt x="18603" y="2911"/>
                </a:cubicBezTo>
                <a:cubicBezTo>
                  <a:pt x="17988" y="2911"/>
                  <a:pt x="17379" y="3242"/>
                  <a:pt x="17146" y="4005"/>
                </a:cubicBezTo>
                <a:cubicBezTo>
                  <a:pt x="16812" y="5110"/>
                  <a:pt x="16204" y="5538"/>
                  <a:pt x="15447" y="5538"/>
                </a:cubicBezTo>
                <a:cubicBezTo>
                  <a:pt x="13026" y="5538"/>
                  <a:pt x="9084" y="1141"/>
                  <a:pt x="7738" y="458"/>
                </a:cubicBezTo>
                <a:cubicBezTo>
                  <a:pt x="7113" y="140"/>
                  <a:pt x="6490" y="1"/>
                  <a:pt x="588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78"/>
          <p:cNvSpPr/>
          <p:nvPr/>
        </p:nvSpPr>
        <p:spPr>
          <a:xfrm rot="453958" flipH="1">
            <a:off x="7454513" y="596040"/>
            <a:ext cx="952905" cy="389494"/>
          </a:xfrm>
          <a:custGeom>
            <a:avLst/>
            <a:gdLst/>
            <a:ahLst/>
            <a:cxnLst/>
            <a:rect l="l" t="t" r="r" b="b"/>
            <a:pathLst>
              <a:path w="20476" h="8369" extrusionOk="0">
                <a:moveTo>
                  <a:pt x="5882" y="1"/>
                </a:moveTo>
                <a:cubicBezTo>
                  <a:pt x="3608" y="1"/>
                  <a:pt x="1540" y="1950"/>
                  <a:pt x="332" y="3806"/>
                </a:cubicBezTo>
                <a:cubicBezTo>
                  <a:pt x="1" y="4319"/>
                  <a:pt x="498" y="5035"/>
                  <a:pt x="1035" y="5035"/>
                </a:cubicBezTo>
                <a:cubicBezTo>
                  <a:pt x="1163" y="5035"/>
                  <a:pt x="1293" y="4994"/>
                  <a:pt x="1415" y="4901"/>
                </a:cubicBezTo>
                <a:cubicBezTo>
                  <a:pt x="2596" y="3993"/>
                  <a:pt x="3939" y="2749"/>
                  <a:pt x="5338" y="2749"/>
                </a:cubicBezTo>
                <a:cubicBezTo>
                  <a:pt x="5915" y="2749"/>
                  <a:pt x="6502" y="2960"/>
                  <a:pt x="7090" y="3495"/>
                </a:cubicBezTo>
                <a:cubicBezTo>
                  <a:pt x="8596" y="4876"/>
                  <a:pt x="9716" y="6345"/>
                  <a:pt x="11571" y="7328"/>
                </a:cubicBezTo>
                <a:cubicBezTo>
                  <a:pt x="12801" y="7983"/>
                  <a:pt x="14174" y="8368"/>
                  <a:pt x="15465" y="8368"/>
                </a:cubicBezTo>
                <a:cubicBezTo>
                  <a:pt x="17558" y="8368"/>
                  <a:pt x="19438" y="7356"/>
                  <a:pt x="20146" y="4839"/>
                </a:cubicBezTo>
                <a:cubicBezTo>
                  <a:pt x="20476" y="3670"/>
                  <a:pt x="19533" y="2911"/>
                  <a:pt x="18603" y="2911"/>
                </a:cubicBezTo>
                <a:cubicBezTo>
                  <a:pt x="17988" y="2911"/>
                  <a:pt x="17379" y="3242"/>
                  <a:pt x="17146" y="4005"/>
                </a:cubicBezTo>
                <a:cubicBezTo>
                  <a:pt x="16812" y="5110"/>
                  <a:pt x="16204" y="5538"/>
                  <a:pt x="15447" y="5538"/>
                </a:cubicBezTo>
                <a:cubicBezTo>
                  <a:pt x="13026" y="5538"/>
                  <a:pt x="9084" y="1141"/>
                  <a:pt x="7738" y="458"/>
                </a:cubicBezTo>
                <a:cubicBezTo>
                  <a:pt x="7113" y="140"/>
                  <a:pt x="6490" y="1"/>
                  <a:pt x="588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78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CUSTOM_4_1"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79"/>
          <p:cNvSpPr/>
          <p:nvPr/>
        </p:nvSpPr>
        <p:spPr>
          <a:xfrm flipH="1">
            <a:off x="394395" y="463000"/>
            <a:ext cx="1161831" cy="644689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0" name="Google Shape;770;p79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80"/>
          <p:cNvSpPr txBox="1">
            <a:spLocks noGrp="1"/>
          </p:cNvSpPr>
          <p:nvPr>
            <p:ph type="subTitle" idx="1"/>
          </p:nvPr>
        </p:nvSpPr>
        <p:spPr>
          <a:xfrm>
            <a:off x="720000" y="2817018"/>
            <a:ext cx="3068400" cy="13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3" name="Google Shape;773;p80"/>
          <p:cNvSpPr txBox="1">
            <a:spLocks noGrp="1"/>
          </p:cNvSpPr>
          <p:nvPr>
            <p:ph type="title"/>
          </p:nvPr>
        </p:nvSpPr>
        <p:spPr>
          <a:xfrm>
            <a:off x="720000" y="2244318"/>
            <a:ext cx="3068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774" name="Google Shape;774;p80"/>
          <p:cNvGrpSpPr/>
          <p:nvPr/>
        </p:nvGrpSpPr>
        <p:grpSpPr>
          <a:xfrm rot="841945">
            <a:off x="477773" y="430033"/>
            <a:ext cx="1537028" cy="1311591"/>
            <a:chOff x="6501025" y="2106525"/>
            <a:chExt cx="846625" cy="722450"/>
          </a:xfrm>
        </p:grpSpPr>
        <p:sp>
          <p:nvSpPr>
            <p:cNvPr id="775" name="Google Shape;775;p80"/>
            <p:cNvSpPr/>
            <p:nvPr/>
          </p:nvSpPr>
          <p:spPr>
            <a:xfrm>
              <a:off x="6501025" y="2106525"/>
              <a:ext cx="728400" cy="722450"/>
            </a:xfrm>
            <a:custGeom>
              <a:avLst/>
              <a:gdLst/>
              <a:ahLst/>
              <a:cxnLst/>
              <a:rect l="l" t="t" r="r" b="b"/>
              <a:pathLst>
                <a:path w="29136" h="28898" extrusionOk="0">
                  <a:moveTo>
                    <a:pt x="16801" y="1"/>
                  </a:moveTo>
                  <a:cubicBezTo>
                    <a:pt x="14850" y="1"/>
                    <a:pt x="13073" y="910"/>
                    <a:pt x="12260" y="3294"/>
                  </a:cubicBezTo>
                  <a:cubicBezTo>
                    <a:pt x="11550" y="5347"/>
                    <a:pt x="12421" y="7177"/>
                    <a:pt x="13765" y="8720"/>
                  </a:cubicBezTo>
                  <a:cubicBezTo>
                    <a:pt x="14201" y="9218"/>
                    <a:pt x="14662" y="9691"/>
                    <a:pt x="15110" y="10176"/>
                  </a:cubicBezTo>
                  <a:cubicBezTo>
                    <a:pt x="14736" y="9952"/>
                    <a:pt x="14375" y="9740"/>
                    <a:pt x="14002" y="9529"/>
                  </a:cubicBezTo>
                  <a:cubicBezTo>
                    <a:pt x="13005" y="8952"/>
                    <a:pt x="11846" y="8552"/>
                    <a:pt x="10727" y="8552"/>
                  </a:cubicBezTo>
                  <a:cubicBezTo>
                    <a:pt x="9626" y="8552"/>
                    <a:pt x="8563" y="8939"/>
                    <a:pt x="7729" y="9927"/>
                  </a:cubicBezTo>
                  <a:cubicBezTo>
                    <a:pt x="5975" y="12005"/>
                    <a:pt x="6659" y="14719"/>
                    <a:pt x="8439" y="16498"/>
                  </a:cubicBezTo>
                  <a:cubicBezTo>
                    <a:pt x="8725" y="16785"/>
                    <a:pt x="9036" y="17046"/>
                    <a:pt x="9347" y="17307"/>
                  </a:cubicBezTo>
                  <a:cubicBezTo>
                    <a:pt x="8512" y="16961"/>
                    <a:pt x="7623" y="16766"/>
                    <a:pt x="6753" y="16766"/>
                  </a:cubicBezTo>
                  <a:cubicBezTo>
                    <a:pt x="5588" y="16766"/>
                    <a:pt x="4460" y="17117"/>
                    <a:pt x="3548" y="17930"/>
                  </a:cubicBezTo>
                  <a:cubicBezTo>
                    <a:pt x="1" y="21078"/>
                    <a:pt x="3050" y="25621"/>
                    <a:pt x="6273" y="27413"/>
                  </a:cubicBezTo>
                  <a:cubicBezTo>
                    <a:pt x="8099" y="28439"/>
                    <a:pt x="10073" y="28898"/>
                    <a:pt x="12054" y="28898"/>
                  </a:cubicBezTo>
                  <a:cubicBezTo>
                    <a:pt x="17232" y="28898"/>
                    <a:pt x="22461" y="25767"/>
                    <a:pt x="25215" y="21464"/>
                  </a:cubicBezTo>
                  <a:cubicBezTo>
                    <a:pt x="29136" y="15316"/>
                    <a:pt x="28053" y="6629"/>
                    <a:pt x="22191" y="2012"/>
                  </a:cubicBezTo>
                  <a:cubicBezTo>
                    <a:pt x="20699" y="836"/>
                    <a:pt x="18670" y="1"/>
                    <a:pt x="168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80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80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80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2"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81"/>
          <p:cNvSpPr/>
          <p:nvPr/>
        </p:nvSpPr>
        <p:spPr>
          <a:xfrm rot="5400000">
            <a:off x="4360837" y="600191"/>
            <a:ext cx="4388254" cy="4052698"/>
          </a:xfrm>
          <a:custGeom>
            <a:avLst/>
            <a:gdLst/>
            <a:ahLst/>
            <a:cxnLst/>
            <a:rect l="l" t="t" r="r" b="b"/>
            <a:pathLst>
              <a:path w="22503" h="20782" extrusionOk="0">
                <a:moveTo>
                  <a:pt x="12708" y="18400"/>
                </a:moveTo>
                <a:lnTo>
                  <a:pt x="12708" y="18400"/>
                </a:lnTo>
                <a:cubicBezTo>
                  <a:pt x="12215" y="18530"/>
                  <a:pt x="11709" y="18598"/>
                  <a:pt x="11204" y="18598"/>
                </a:cubicBezTo>
                <a:cubicBezTo>
                  <a:pt x="11033" y="18598"/>
                  <a:pt x="10862" y="18590"/>
                  <a:pt x="10692" y="18574"/>
                </a:cubicBezTo>
                <a:cubicBezTo>
                  <a:pt x="10580" y="18562"/>
                  <a:pt x="10468" y="18549"/>
                  <a:pt x="10368" y="18537"/>
                </a:cubicBezTo>
                <a:cubicBezTo>
                  <a:pt x="10380" y="18512"/>
                  <a:pt x="10405" y="18499"/>
                  <a:pt x="10430" y="18475"/>
                </a:cubicBezTo>
                <a:cubicBezTo>
                  <a:pt x="10731" y="18509"/>
                  <a:pt x="11032" y="18528"/>
                  <a:pt x="11333" y="18528"/>
                </a:cubicBezTo>
                <a:cubicBezTo>
                  <a:pt x="11580" y="18528"/>
                  <a:pt x="11826" y="18515"/>
                  <a:pt x="12073" y="18487"/>
                </a:cubicBezTo>
                <a:cubicBezTo>
                  <a:pt x="12285" y="18475"/>
                  <a:pt x="12496" y="18437"/>
                  <a:pt x="12708" y="18400"/>
                </a:cubicBezTo>
                <a:close/>
                <a:moveTo>
                  <a:pt x="11250" y="0"/>
                </a:moveTo>
                <a:cubicBezTo>
                  <a:pt x="8027" y="0"/>
                  <a:pt x="4829" y="1364"/>
                  <a:pt x="2826" y="3951"/>
                </a:cubicBezTo>
                <a:cubicBezTo>
                  <a:pt x="611" y="6776"/>
                  <a:pt x="1" y="10783"/>
                  <a:pt x="1619" y="14044"/>
                </a:cubicBezTo>
                <a:cubicBezTo>
                  <a:pt x="1917" y="14641"/>
                  <a:pt x="2291" y="15201"/>
                  <a:pt x="2714" y="15712"/>
                </a:cubicBezTo>
                <a:cubicBezTo>
                  <a:pt x="4295" y="18176"/>
                  <a:pt x="6809" y="20105"/>
                  <a:pt x="9696" y="20640"/>
                </a:cubicBezTo>
                <a:cubicBezTo>
                  <a:pt x="10209" y="20736"/>
                  <a:pt x="10711" y="20782"/>
                  <a:pt x="11201" y="20782"/>
                </a:cubicBezTo>
                <a:cubicBezTo>
                  <a:pt x="14404" y="20782"/>
                  <a:pt x="17119" y="18840"/>
                  <a:pt x="19105" y="16272"/>
                </a:cubicBezTo>
                <a:cubicBezTo>
                  <a:pt x="21395" y="13310"/>
                  <a:pt x="22502" y="9476"/>
                  <a:pt x="20885" y="5929"/>
                </a:cubicBezTo>
                <a:cubicBezTo>
                  <a:pt x="19428" y="2731"/>
                  <a:pt x="16143" y="541"/>
                  <a:pt x="12695" y="93"/>
                </a:cubicBezTo>
                <a:cubicBezTo>
                  <a:pt x="12216" y="31"/>
                  <a:pt x="11732" y="0"/>
                  <a:pt x="1125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1" name="Google Shape;781;p81"/>
          <p:cNvSpPr txBox="1">
            <a:spLocks noGrp="1"/>
          </p:cNvSpPr>
          <p:nvPr>
            <p:ph type="subTitle" idx="1"/>
          </p:nvPr>
        </p:nvSpPr>
        <p:spPr>
          <a:xfrm>
            <a:off x="715100" y="1917600"/>
            <a:ext cx="3664800" cy="269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782" name="Google Shape;782;p8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4345500" cy="12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"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2"/>
          <p:cNvSpPr txBox="1">
            <a:spLocks noGrp="1"/>
          </p:cNvSpPr>
          <p:nvPr>
            <p:ph type="subTitle" idx="1"/>
          </p:nvPr>
        </p:nvSpPr>
        <p:spPr>
          <a:xfrm>
            <a:off x="3769350" y="3254300"/>
            <a:ext cx="4101900" cy="13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5" name="Google Shape;785;p82"/>
          <p:cNvSpPr txBox="1">
            <a:spLocks noGrp="1"/>
          </p:cNvSpPr>
          <p:nvPr>
            <p:ph type="title"/>
          </p:nvPr>
        </p:nvSpPr>
        <p:spPr>
          <a:xfrm>
            <a:off x="3769350" y="2681600"/>
            <a:ext cx="4101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2_1_1"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83"/>
          <p:cNvSpPr txBox="1">
            <a:spLocks noGrp="1"/>
          </p:cNvSpPr>
          <p:nvPr>
            <p:ph type="body" idx="1"/>
          </p:nvPr>
        </p:nvSpPr>
        <p:spPr>
          <a:xfrm>
            <a:off x="720000" y="1343525"/>
            <a:ext cx="7713600" cy="322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3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789" name="Google Shape;789;p83"/>
          <p:cNvGrpSpPr/>
          <p:nvPr/>
        </p:nvGrpSpPr>
        <p:grpSpPr>
          <a:xfrm>
            <a:off x="7619922" y="274307"/>
            <a:ext cx="1201654" cy="4704219"/>
            <a:chOff x="7619922" y="274307"/>
            <a:chExt cx="1201654" cy="4704219"/>
          </a:xfrm>
        </p:grpSpPr>
        <p:grpSp>
          <p:nvGrpSpPr>
            <p:cNvPr id="790" name="Google Shape;790;p83"/>
            <p:cNvGrpSpPr/>
            <p:nvPr/>
          </p:nvGrpSpPr>
          <p:grpSpPr>
            <a:xfrm>
              <a:off x="7619922" y="3933006"/>
              <a:ext cx="1201654" cy="1045519"/>
              <a:chOff x="3918275" y="2946475"/>
              <a:chExt cx="1042650" cy="907175"/>
            </a:xfrm>
          </p:grpSpPr>
          <p:sp>
            <p:nvSpPr>
              <p:cNvPr id="791" name="Google Shape;791;p83"/>
              <p:cNvSpPr/>
              <p:nvPr/>
            </p:nvSpPr>
            <p:spPr>
              <a:xfrm>
                <a:off x="3918275" y="2946475"/>
                <a:ext cx="1042650" cy="907175"/>
              </a:xfrm>
              <a:custGeom>
                <a:avLst/>
                <a:gdLst/>
                <a:ahLst/>
                <a:cxnLst/>
                <a:rect l="l" t="t" r="r" b="b"/>
                <a:pathLst>
                  <a:path w="41706" h="36287" extrusionOk="0">
                    <a:moveTo>
                      <a:pt x="8643" y="1"/>
                    </a:moveTo>
                    <a:cubicBezTo>
                      <a:pt x="7881" y="1"/>
                      <a:pt x="7133" y="104"/>
                      <a:pt x="6472" y="498"/>
                    </a:cubicBezTo>
                    <a:cubicBezTo>
                      <a:pt x="5177" y="1270"/>
                      <a:pt x="4754" y="2676"/>
                      <a:pt x="4331" y="4033"/>
                    </a:cubicBezTo>
                    <a:cubicBezTo>
                      <a:pt x="2414" y="9944"/>
                      <a:pt x="610" y="16217"/>
                      <a:pt x="100" y="22427"/>
                    </a:cubicBezTo>
                    <a:cubicBezTo>
                      <a:pt x="0" y="23622"/>
                      <a:pt x="772" y="24580"/>
                      <a:pt x="1929" y="24804"/>
                    </a:cubicBezTo>
                    <a:cubicBezTo>
                      <a:pt x="2369" y="24889"/>
                      <a:pt x="2790" y="24920"/>
                      <a:pt x="3204" y="24920"/>
                    </a:cubicBezTo>
                    <a:cubicBezTo>
                      <a:pt x="4183" y="24920"/>
                      <a:pt x="5120" y="24751"/>
                      <a:pt x="6161" y="24742"/>
                    </a:cubicBezTo>
                    <a:cubicBezTo>
                      <a:pt x="6422" y="24742"/>
                      <a:pt x="6671" y="24580"/>
                      <a:pt x="6783" y="24344"/>
                    </a:cubicBezTo>
                    <a:cubicBezTo>
                      <a:pt x="7218" y="24095"/>
                      <a:pt x="7567" y="23722"/>
                      <a:pt x="7803" y="23274"/>
                    </a:cubicBezTo>
                    <a:cubicBezTo>
                      <a:pt x="8662" y="21618"/>
                      <a:pt x="9073" y="19801"/>
                      <a:pt x="10081" y="18183"/>
                    </a:cubicBezTo>
                    <a:cubicBezTo>
                      <a:pt x="11064" y="16553"/>
                      <a:pt x="12284" y="15060"/>
                      <a:pt x="13678" y="13765"/>
                    </a:cubicBezTo>
                    <a:cubicBezTo>
                      <a:pt x="15604" y="12025"/>
                      <a:pt x="17730" y="11019"/>
                      <a:pt x="20030" y="11019"/>
                    </a:cubicBezTo>
                    <a:cubicBezTo>
                      <a:pt x="21119" y="11019"/>
                      <a:pt x="22247" y="11244"/>
                      <a:pt x="23410" y="11724"/>
                    </a:cubicBezTo>
                    <a:cubicBezTo>
                      <a:pt x="30629" y="14711"/>
                      <a:pt x="32919" y="23435"/>
                      <a:pt x="29508" y="30044"/>
                    </a:cubicBezTo>
                    <a:cubicBezTo>
                      <a:pt x="29011" y="31002"/>
                      <a:pt x="29322" y="32160"/>
                      <a:pt x="30006" y="32956"/>
                    </a:cubicBezTo>
                    <a:cubicBezTo>
                      <a:pt x="30268" y="33404"/>
                      <a:pt x="30691" y="33740"/>
                      <a:pt x="31189" y="33914"/>
                    </a:cubicBezTo>
                    <a:cubicBezTo>
                      <a:pt x="33279" y="34649"/>
                      <a:pt x="35370" y="35383"/>
                      <a:pt x="37461" y="36142"/>
                    </a:cubicBezTo>
                    <a:cubicBezTo>
                      <a:pt x="37729" y="36240"/>
                      <a:pt x="38020" y="36287"/>
                      <a:pt x="38315" y="36287"/>
                    </a:cubicBezTo>
                    <a:cubicBezTo>
                      <a:pt x="39526" y="36287"/>
                      <a:pt x="40804" y="35495"/>
                      <a:pt x="40834" y="34163"/>
                    </a:cubicBezTo>
                    <a:cubicBezTo>
                      <a:pt x="41008" y="28190"/>
                      <a:pt x="41182" y="22228"/>
                      <a:pt x="41357" y="16267"/>
                    </a:cubicBezTo>
                    <a:cubicBezTo>
                      <a:pt x="41406" y="14798"/>
                      <a:pt x="41456" y="13342"/>
                      <a:pt x="41494" y="11873"/>
                    </a:cubicBezTo>
                    <a:cubicBezTo>
                      <a:pt x="41518" y="10604"/>
                      <a:pt x="41705" y="9198"/>
                      <a:pt x="41207" y="7990"/>
                    </a:cubicBezTo>
                    <a:cubicBezTo>
                      <a:pt x="40149" y="5439"/>
                      <a:pt x="36503" y="4991"/>
                      <a:pt x="34163" y="4331"/>
                    </a:cubicBezTo>
                    <a:cubicBezTo>
                      <a:pt x="29036" y="2888"/>
                      <a:pt x="23821" y="1780"/>
                      <a:pt x="18556" y="996"/>
                    </a:cubicBezTo>
                    <a:cubicBezTo>
                      <a:pt x="15843" y="598"/>
                      <a:pt x="13118" y="287"/>
                      <a:pt x="10392" y="100"/>
                    </a:cubicBezTo>
                    <a:cubicBezTo>
                      <a:pt x="9824" y="62"/>
                      <a:pt x="9230" y="1"/>
                      <a:pt x="864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83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83"/>
              <p:cNvSpPr/>
              <p:nvPr/>
            </p:nvSpPr>
            <p:spPr>
              <a:xfrm>
                <a:off x="4319625" y="3255425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83"/>
              <p:cNvSpPr/>
              <p:nvPr/>
            </p:nvSpPr>
            <p:spPr>
              <a:xfrm>
                <a:off x="4211350" y="3207500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83"/>
              <p:cNvSpPr/>
              <p:nvPr/>
            </p:nvSpPr>
            <p:spPr>
              <a:xfrm>
                <a:off x="4313725" y="3061550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83"/>
              <p:cNvSpPr/>
              <p:nvPr/>
            </p:nvSpPr>
            <p:spPr>
              <a:xfrm>
                <a:off x="4450625" y="3079200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83"/>
              <p:cNvSpPr/>
              <p:nvPr/>
            </p:nvSpPr>
            <p:spPr>
              <a:xfrm>
                <a:off x="4617075" y="3152825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Google Shape;798;p83"/>
              <p:cNvSpPr/>
              <p:nvPr/>
            </p:nvSpPr>
            <p:spPr>
              <a:xfrm>
                <a:off x="4496975" y="3293050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Google Shape;799;p83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00" name="Google Shape;800;p83"/>
            <p:cNvGrpSpPr/>
            <p:nvPr/>
          </p:nvGrpSpPr>
          <p:grpSpPr>
            <a:xfrm rot="10800000">
              <a:off x="8079087" y="274307"/>
              <a:ext cx="699624" cy="760571"/>
              <a:chOff x="8472500" y="116350"/>
              <a:chExt cx="573886" cy="623879"/>
            </a:xfrm>
          </p:grpSpPr>
          <p:sp>
            <p:nvSpPr>
              <p:cNvPr id="801" name="Google Shape;801;p83"/>
              <p:cNvSpPr/>
              <p:nvPr/>
            </p:nvSpPr>
            <p:spPr>
              <a:xfrm>
                <a:off x="8850559" y="11635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Google Shape;802;p83"/>
              <p:cNvSpPr/>
              <p:nvPr/>
            </p:nvSpPr>
            <p:spPr>
              <a:xfrm>
                <a:off x="8732698" y="480857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Google Shape;803;p83"/>
              <p:cNvSpPr/>
              <p:nvPr/>
            </p:nvSpPr>
            <p:spPr>
              <a:xfrm>
                <a:off x="8631796" y="284314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Google Shape;804;p83"/>
              <p:cNvSpPr/>
              <p:nvPr/>
            </p:nvSpPr>
            <p:spPr>
              <a:xfrm>
                <a:off x="8472500" y="616574"/>
                <a:ext cx="137447" cy="12365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_1_1_1"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84"/>
          <p:cNvSpPr/>
          <p:nvPr/>
        </p:nvSpPr>
        <p:spPr>
          <a:xfrm rot="-1505648">
            <a:off x="7800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84"/>
          <p:cNvSpPr/>
          <p:nvPr/>
        </p:nvSpPr>
        <p:spPr>
          <a:xfrm rot="-1505648">
            <a:off x="7442428" y="492155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84"/>
          <p:cNvSpPr txBox="1">
            <a:spLocks noGrp="1"/>
          </p:cNvSpPr>
          <p:nvPr>
            <p:ph type="body" idx="1"/>
          </p:nvPr>
        </p:nvSpPr>
        <p:spPr>
          <a:xfrm>
            <a:off x="1278675" y="1343525"/>
            <a:ext cx="6596100" cy="322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09" name="Google Shape;809;p84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1" name="Google Shape;811;p85"/>
          <p:cNvGrpSpPr/>
          <p:nvPr/>
        </p:nvGrpSpPr>
        <p:grpSpPr>
          <a:xfrm>
            <a:off x="8339750" y="223063"/>
            <a:ext cx="573886" cy="623879"/>
            <a:chOff x="8472500" y="116350"/>
            <a:chExt cx="573886" cy="623879"/>
          </a:xfrm>
        </p:grpSpPr>
        <p:sp>
          <p:nvSpPr>
            <p:cNvPr id="812" name="Google Shape;812;p85"/>
            <p:cNvSpPr/>
            <p:nvPr/>
          </p:nvSpPr>
          <p:spPr>
            <a:xfrm>
              <a:off x="8850559" y="116350"/>
              <a:ext cx="195827" cy="16798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85"/>
            <p:cNvSpPr/>
            <p:nvPr/>
          </p:nvSpPr>
          <p:spPr>
            <a:xfrm>
              <a:off x="8732698" y="480857"/>
              <a:ext cx="117862" cy="106021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85"/>
            <p:cNvSpPr/>
            <p:nvPr/>
          </p:nvSpPr>
          <p:spPr>
            <a:xfrm>
              <a:off x="8631796" y="284314"/>
              <a:ext cx="100910" cy="90928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85"/>
            <p:cNvSpPr/>
            <p:nvPr/>
          </p:nvSpPr>
          <p:spPr>
            <a:xfrm>
              <a:off x="8472500" y="616574"/>
              <a:ext cx="137447" cy="12365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6" name="Google Shape;816;p8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817" name="Google Shape;817;p8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Montserrat SemiBold"/>
              <a:buNone/>
              <a:defRPr sz="25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818" name="Google Shape;818;p8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9" name="Google Shape;819;p8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0" name="Google Shape;820;p85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21" name="Google Shape;821;p85"/>
          <p:cNvSpPr txBox="1">
            <a:spLocks noGrp="1"/>
          </p:cNvSpPr>
          <p:nvPr>
            <p:ph type="subTitle" idx="5"/>
          </p:nvPr>
        </p:nvSpPr>
        <p:spPr>
          <a:xfrm>
            <a:off x="702525" y="1212700"/>
            <a:ext cx="6289200" cy="6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3" name="Google Shape;823;p86"/>
          <p:cNvGrpSpPr/>
          <p:nvPr/>
        </p:nvGrpSpPr>
        <p:grpSpPr>
          <a:xfrm>
            <a:off x="8012922" y="289989"/>
            <a:ext cx="655668" cy="705145"/>
            <a:chOff x="6882175" y="2207400"/>
            <a:chExt cx="465475" cy="500600"/>
          </a:xfrm>
        </p:grpSpPr>
        <p:sp>
          <p:nvSpPr>
            <p:cNvPr id="824" name="Google Shape;824;p86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86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86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7" name="Google Shape;827;p86"/>
          <p:cNvSpPr/>
          <p:nvPr/>
        </p:nvSpPr>
        <p:spPr>
          <a:xfrm rot="-698491">
            <a:off x="777440" y="619604"/>
            <a:ext cx="728576" cy="305163"/>
          </a:xfrm>
          <a:custGeom>
            <a:avLst/>
            <a:gdLst/>
            <a:ahLst/>
            <a:cxnLst/>
            <a:rect l="l" t="t" r="r" b="b"/>
            <a:pathLst>
              <a:path w="20476" h="8369" extrusionOk="0">
                <a:moveTo>
                  <a:pt x="5882" y="1"/>
                </a:moveTo>
                <a:cubicBezTo>
                  <a:pt x="3608" y="1"/>
                  <a:pt x="1540" y="1950"/>
                  <a:pt x="332" y="3806"/>
                </a:cubicBezTo>
                <a:cubicBezTo>
                  <a:pt x="1" y="4319"/>
                  <a:pt x="498" y="5035"/>
                  <a:pt x="1035" y="5035"/>
                </a:cubicBezTo>
                <a:cubicBezTo>
                  <a:pt x="1163" y="5035"/>
                  <a:pt x="1293" y="4994"/>
                  <a:pt x="1415" y="4901"/>
                </a:cubicBezTo>
                <a:cubicBezTo>
                  <a:pt x="2596" y="3993"/>
                  <a:pt x="3939" y="2749"/>
                  <a:pt x="5338" y="2749"/>
                </a:cubicBezTo>
                <a:cubicBezTo>
                  <a:pt x="5915" y="2749"/>
                  <a:pt x="6502" y="2960"/>
                  <a:pt x="7090" y="3495"/>
                </a:cubicBezTo>
                <a:cubicBezTo>
                  <a:pt x="8596" y="4876"/>
                  <a:pt x="9716" y="6345"/>
                  <a:pt x="11571" y="7328"/>
                </a:cubicBezTo>
                <a:cubicBezTo>
                  <a:pt x="12801" y="7983"/>
                  <a:pt x="14174" y="8368"/>
                  <a:pt x="15465" y="8368"/>
                </a:cubicBezTo>
                <a:cubicBezTo>
                  <a:pt x="17558" y="8368"/>
                  <a:pt x="19438" y="7356"/>
                  <a:pt x="20146" y="4839"/>
                </a:cubicBezTo>
                <a:cubicBezTo>
                  <a:pt x="20476" y="3670"/>
                  <a:pt x="19533" y="2911"/>
                  <a:pt x="18603" y="2911"/>
                </a:cubicBezTo>
                <a:cubicBezTo>
                  <a:pt x="17988" y="2911"/>
                  <a:pt x="17379" y="3242"/>
                  <a:pt x="17146" y="4005"/>
                </a:cubicBezTo>
                <a:cubicBezTo>
                  <a:pt x="16812" y="5110"/>
                  <a:pt x="16204" y="5538"/>
                  <a:pt x="15447" y="5538"/>
                </a:cubicBezTo>
                <a:cubicBezTo>
                  <a:pt x="13026" y="5538"/>
                  <a:pt x="9084" y="1141"/>
                  <a:pt x="7738" y="458"/>
                </a:cubicBezTo>
                <a:cubicBezTo>
                  <a:pt x="7113" y="140"/>
                  <a:pt x="6490" y="1"/>
                  <a:pt x="588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86"/>
          <p:cNvSpPr txBox="1">
            <a:spLocks noGrp="1"/>
          </p:cNvSpPr>
          <p:nvPr>
            <p:ph type="subTitle" idx="1"/>
          </p:nvPr>
        </p:nvSpPr>
        <p:spPr>
          <a:xfrm>
            <a:off x="1278675" y="1319000"/>
            <a:ext cx="3096300" cy="328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829" name="Google Shape;829;p86"/>
          <p:cNvSpPr txBox="1">
            <a:spLocks noGrp="1"/>
          </p:cNvSpPr>
          <p:nvPr>
            <p:ph type="subTitle" idx="2"/>
          </p:nvPr>
        </p:nvSpPr>
        <p:spPr>
          <a:xfrm>
            <a:off x="4758800" y="1319000"/>
            <a:ext cx="3096300" cy="328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830" name="Google Shape;830;p86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TWO_COLUMNS_1_1_1"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2" name="Google Shape;832;p87"/>
          <p:cNvGrpSpPr/>
          <p:nvPr/>
        </p:nvGrpSpPr>
        <p:grpSpPr>
          <a:xfrm>
            <a:off x="6298626" y="3452474"/>
            <a:ext cx="2249804" cy="1495244"/>
            <a:chOff x="6298626" y="3452474"/>
            <a:chExt cx="2249804" cy="1495244"/>
          </a:xfrm>
        </p:grpSpPr>
        <p:sp>
          <p:nvSpPr>
            <p:cNvPr id="833" name="Google Shape;833;p87"/>
            <p:cNvSpPr/>
            <p:nvPr/>
          </p:nvSpPr>
          <p:spPr>
            <a:xfrm>
              <a:off x="6699969" y="3452474"/>
              <a:ext cx="1848461" cy="1495244"/>
            </a:xfrm>
            <a:custGeom>
              <a:avLst/>
              <a:gdLst/>
              <a:ahLst/>
              <a:cxnLst/>
              <a:rect l="l" t="t" r="r" b="b"/>
              <a:pathLst>
                <a:path w="33189" h="26847" extrusionOk="0">
                  <a:moveTo>
                    <a:pt x="16061" y="1"/>
                  </a:moveTo>
                  <a:cubicBezTo>
                    <a:pt x="15057" y="1"/>
                    <a:pt x="14022" y="656"/>
                    <a:pt x="13802" y="1680"/>
                  </a:cubicBezTo>
                  <a:cubicBezTo>
                    <a:pt x="13068" y="5028"/>
                    <a:pt x="12607" y="8463"/>
                    <a:pt x="12060" y="11848"/>
                  </a:cubicBezTo>
                  <a:cubicBezTo>
                    <a:pt x="11823" y="13416"/>
                    <a:pt x="11599" y="14984"/>
                    <a:pt x="11375" y="16565"/>
                  </a:cubicBezTo>
                  <a:cubicBezTo>
                    <a:pt x="11114" y="15694"/>
                    <a:pt x="10840" y="14822"/>
                    <a:pt x="10579" y="13951"/>
                  </a:cubicBezTo>
                  <a:cubicBezTo>
                    <a:pt x="9770" y="11139"/>
                    <a:pt x="9235" y="8226"/>
                    <a:pt x="8363" y="5439"/>
                  </a:cubicBezTo>
                  <a:cubicBezTo>
                    <a:pt x="8081" y="4455"/>
                    <a:pt x="7182" y="3800"/>
                    <a:pt x="6181" y="3800"/>
                  </a:cubicBezTo>
                  <a:cubicBezTo>
                    <a:pt x="6079" y="3800"/>
                    <a:pt x="5977" y="3807"/>
                    <a:pt x="5874" y="3821"/>
                  </a:cubicBezTo>
                  <a:cubicBezTo>
                    <a:pt x="4879" y="3970"/>
                    <a:pt x="3759" y="4903"/>
                    <a:pt x="3908" y="6048"/>
                  </a:cubicBezTo>
                  <a:cubicBezTo>
                    <a:pt x="4306" y="9110"/>
                    <a:pt x="5289" y="12209"/>
                    <a:pt x="6310" y="15134"/>
                  </a:cubicBezTo>
                  <a:cubicBezTo>
                    <a:pt x="6808" y="16527"/>
                    <a:pt x="7330" y="17934"/>
                    <a:pt x="7928" y="19278"/>
                  </a:cubicBezTo>
                  <a:cubicBezTo>
                    <a:pt x="8003" y="19440"/>
                    <a:pt x="8077" y="19614"/>
                    <a:pt x="8152" y="19776"/>
                  </a:cubicBezTo>
                  <a:cubicBezTo>
                    <a:pt x="7604" y="19340"/>
                    <a:pt x="7119" y="18830"/>
                    <a:pt x="6683" y="18282"/>
                  </a:cubicBezTo>
                  <a:cubicBezTo>
                    <a:pt x="5028" y="16154"/>
                    <a:pt x="4157" y="13565"/>
                    <a:pt x="2365" y="11537"/>
                  </a:cubicBezTo>
                  <a:cubicBezTo>
                    <a:pt x="2137" y="11278"/>
                    <a:pt x="1869" y="11170"/>
                    <a:pt x="1604" y="11170"/>
                  </a:cubicBezTo>
                  <a:cubicBezTo>
                    <a:pt x="1003" y="11170"/>
                    <a:pt x="418" y="11731"/>
                    <a:pt x="349" y="12371"/>
                  </a:cubicBezTo>
                  <a:cubicBezTo>
                    <a:pt x="0" y="15631"/>
                    <a:pt x="1531" y="18942"/>
                    <a:pt x="3497" y="21468"/>
                  </a:cubicBezTo>
                  <a:cubicBezTo>
                    <a:pt x="5725" y="24318"/>
                    <a:pt x="8911" y="25949"/>
                    <a:pt x="12446" y="26534"/>
                  </a:cubicBezTo>
                  <a:cubicBezTo>
                    <a:pt x="13698" y="26742"/>
                    <a:pt x="15004" y="26847"/>
                    <a:pt x="16330" y="26847"/>
                  </a:cubicBezTo>
                  <a:cubicBezTo>
                    <a:pt x="21910" y="26847"/>
                    <a:pt x="27855" y="24986"/>
                    <a:pt x="31736" y="21095"/>
                  </a:cubicBezTo>
                  <a:cubicBezTo>
                    <a:pt x="33189" y="19622"/>
                    <a:pt x="31850" y="17107"/>
                    <a:pt x="30119" y="17107"/>
                  </a:cubicBezTo>
                  <a:cubicBezTo>
                    <a:pt x="29743" y="17107"/>
                    <a:pt x="29349" y="17225"/>
                    <a:pt x="28961" y="17498"/>
                  </a:cubicBezTo>
                  <a:cubicBezTo>
                    <a:pt x="26634" y="19129"/>
                    <a:pt x="24468" y="20635"/>
                    <a:pt x="21718" y="21443"/>
                  </a:cubicBezTo>
                  <a:cubicBezTo>
                    <a:pt x="20834" y="21705"/>
                    <a:pt x="19938" y="21904"/>
                    <a:pt x="19029" y="22041"/>
                  </a:cubicBezTo>
                  <a:cubicBezTo>
                    <a:pt x="19863" y="21120"/>
                    <a:pt x="20685" y="20174"/>
                    <a:pt x="21494" y="19228"/>
                  </a:cubicBezTo>
                  <a:cubicBezTo>
                    <a:pt x="23584" y="16776"/>
                    <a:pt x="25588" y="14287"/>
                    <a:pt x="27542" y="11748"/>
                  </a:cubicBezTo>
                  <a:cubicBezTo>
                    <a:pt x="28314" y="10753"/>
                    <a:pt x="27704" y="9147"/>
                    <a:pt x="26721" y="8575"/>
                  </a:cubicBezTo>
                  <a:cubicBezTo>
                    <a:pt x="26347" y="8355"/>
                    <a:pt x="25969" y="8256"/>
                    <a:pt x="25602" y="8256"/>
                  </a:cubicBezTo>
                  <a:cubicBezTo>
                    <a:pt x="24807" y="8256"/>
                    <a:pt x="24067" y="8719"/>
                    <a:pt x="23547" y="9409"/>
                  </a:cubicBezTo>
                  <a:cubicBezTo>
                    <a:pt x="21755" y="11786"/>
                    <a:pt x="19925" y="14150"/>
                    <a:pt x="18059" y="16478"/>
                  </a:cubicBezTo>
                  <a:cubicBezTo>
                    <a:pt x="17138" y="17623"/>
                    <a:pt x="16217" y="18768"/>
                    <a:pt x="15296" y="19925"/>
                  </a:cubicBezTo>
                  <a:lnTo>
                    <a:pt x="15246" y="19987"/>
                  </a:lnTo>
                  <a:cubicBezTo>
                    <a:pt x="15370" y="19241"/>
                    <a:pt x="15470" y="18481"/>
                    <a:pt x="15594" y="17760"/>
                  </a:cubicBezTo>
                  <a:cubicBezTo>
                    <a:pt x="15881" y="16104"/>
                    <a:pt x="16179" y="14449"/>
                    <a:pt x="16453" y="12806"/>
                  </a:cubicBezTo>
                  <a:cubicBezTo>
                    <a:pt x="17026" y="9496"/>
                    <a:pt x="17735" y="6210"/>
                    <a:pt x="18233" y="2900"/>
                  </a:cubicBezTo>
                  <a:cubicBezTo>
                    <a:pt x="18419" y="1680"/>
                    <a:pt x="17922" y="435"/>
                    <a:pt x="16627" y="75"/>
                  </a:cubicBezTo>
                  <a:cubicBezTo>
                    <a:pt x="16444" y="25"/>
                    <a:pt x="16253" y="1"/>
                    <a:pt x="160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87"/>
            <p:cNvSpPr/>
            <p:nvPr/>
          </p:nvSpPr>
          <p:spPr>
            <a:xfrm>
              <a:off x="6298626" y="4068073"/>
              <a:ext cx="1134006" cy="802175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5" name="Google Shape;835;p87"/>
          <p:cNvSpPr txBox="1">
            <a:spLocks noGrp="1"/>
          </p:cNvSpPr>
          <p:nvPr>
            <p:ph type="subTitle" idx="1"/>
          </p:nvPr>
        </p:nvSpPr>
        <p:spPr>
          <a:xfrm>
            <a:off x="715100" y="1674000"/>
            <a:ext cx="3566700" cy="253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naheim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836" name="Google Shape;836;p87"/>
          <p:cNvSpPr txBox="1">
            <a:spLocks noGrp="1"/>
          </p:cNvSpPr>
          <p:nvPr>
            <p:ph type="subTitle" idx="2"/>
          </p:nvPr>
        </p:nvSpPr>
        <p:spPr>
          <a:xfrm>
            <a:off x="4862275" y="1674000"/>
            <a:ext cx="3566700" cy="253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Quicksand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3294"/>
              </a:buClr>
              <a:buSzPts val="1400"/>
              <a:buFont typeface="Quicksand"/>
              <a:buChar char="■"/>
              <a:defRPr/>
            </a:lvl9pPr>
          </a:lstStyle>
          <a:p>
            <a:endParaRPr/>
          </a:p>
        </p:txBody>
      </p:sp>
      <p:sp>
        <p:nvSpPr>
          <p:cNvPr id="837" name="Google Shape;837;p87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88"/>
          <p:cNvSpPr txBox="1">
            <a:spLocks noGrp="1"/>
          </p:cNvSpPr>
          <p:nvPr>
            <p:ph type="title"/>
          </p:nvPr>
        </p:nvSpPr>
        <p:spPr>
          <a:xfrm>
            <a:off x="720000" y="2378402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40" name="Google Shape;840;p88"/>
          <p:cNvSpPr txBox="1">
            <a:spLocks noGrp="1"/>
          </p:cNvSpPr>
          <p:nvPr>
            <p:ph type="subTitle" idx="1"/>
          </p:nvPr>
        </p:nvSpPr>
        <p:spPr>
          <a:xfrm>
            <a:off x="851850" y="2951100"/>
            <a:ext cx="2072700" cy="11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1" name="Google Shape;841;p88"/>
          <p:cNvSpPr txBox="1">
            <a:spLocks noGrp="1"/>
          </p:cNvSpPr>
          <p:nvPr>
            <p:ph type="title" idx="2"/>
          </p:nvPr>
        </p:nvSpPr>
        <p:spPr>
          <a:xfrm>
            <a:off x="3403800" y="2378402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42" name="Google Shape;842;p88"/>
          <p:cNvSpPr txBox="1">
            <a:spLocks noGrp="1"/>
          </p:cNvSpPr>
          <p:nvPr>
            <p:ph type="subTitle" idx="3"/>
          </p:nvPr>
        </p:nvSpPr>
        <p:spPr>
          <a:xfrm>
            <a:off x="3535800" y="2951100"/>
            <a:ext cx="2072700" cy="11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3" name="Google Shape;843;p88"/>
          <p:cNvSpPr txBox="1">
            <a:spLocks noGrp="1"/>
          </p:cNvSpPr>
          <p:nvPr>
            <p:ph type="title" idx="4"/>
          </p:nvPr>
        </p:nvSpPr>
        <p:spPr>
          <a:xfrm>
            <a:off x="6087600" y="2378402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44" name="Google Shape;844;p88"/>
          <p:cNvSpPr txBox="1">
            <a:spLocks noGrp="1"/>
          </p:cNvSpPr>
          <p:nvPr>
            <p:ph type="subTitle" idx="5"/>
          </p:nvPr>
        </p:nvSpPr>
        <p:spPr>
          <a:xfrm>
            <a:off x="6219450" y="2951100"/>
            <a:ext cx="2072700" cy="11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5" name="Google Shape;845;p88"/>
          <p:cNvSpPr txBox="1">
            <a:spLocks noGrp="1"/>
          </p:cNvSpPr>
          <p:nvPr>
            <p:ph type="title" idx="6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46" name="Google Shape;846;p88"/>
          <p:cNvSpPr/>
          <p:nvPr/>
        </p:nvSpPr>
        <p:spPr>
          <a:xfrm rot="-1505648">
            <a:off x="4111228" y="4272930"/>
            <a:ext cx="921338" cy="511267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7" name="Google Shape;847;p88"/>
          <p:cNvGrpSpPr/>
          <p:nvPr/>
        </p:nvGrpSpPr>
        <p:grpSpPr>
          <a:xfrm>
            <a:off x="254500" y="330616"/>
            <a:ext cx="629648" cy="677162"/>
            <a:chOff x="6882175" y="2207400"/>
            <a:chExt cx="465475" cy="500600"/>
          </a:xfrm>
        </p:grpSpPr>
        <p:sp>
          <p:nvSpPr>
            <p:cNvPr id="848" name="Google Shape;848;p88"/>
            <p:cNvSpPr/>
            <p:nvPr/>
          </p:nvSpPr>
          <p:spPr>
            <a:xfrm>
              <a:off x="7042100" y="2207400"/>
              <a:ext cx="305550" cy="262100"/>
            </a:xfrm>
            <a:custGeom>
              <a:avLst/>
              <a:gdLst/>
              <a:ahLst/>
              <a:cxnLst/>
              <a:rect l="l" t="t" r="r" b="b"/>
              <a:pathLst>
                <a:path w="12222" h="10484" extrusionOk="0">
                  <a:moveTo>
                    <a:pt x="6489" y="1"/>
                  </a:moveTo>
                  <a:cubicBezTo>
                    <a:pt x="5569" y="1"/>
                    <a:pt x="4657" y="256"/>
                    <a:pt x="3871" y="802"/>
                  </a:cubicBezTo>
                  <a:cubicBezTo>
                    <a:pt x="2813" y="1287"/>
                    <a:pt x="1867" y="2109"/>
                    <a:pt x="1407" y="2868"/>
                  </a:cubicBezTo>
                  <a:cubicBezTo>
                    <a:pt x="0" y="5232"/>
                    <a:pt x="971" y="8120"/>
                    <a:pt x="3199" y="9563"/>
                  </a:cubicBezTo>
                  <a:cubicBezTo>
                    <a:pt x="4136" y="10179"/>
                    <a:pt x="5198" y="10484"/>
                    <a:pt x="6248" y="10484"/>
                  </a:cubicBezTo>
                  <a:cubicBezTo>
                    <a:pt x="7682" y="10484"/>
                    <a:pt x="9095" y="9917"/>
                    <a:pt x="10144" y="8804"/>
                  </a:cubicBezTo>
                  <a:cubicBezTo>
                    <a:pt x="11986" y="6825"/>
                    <a:pt x="12222" y="3565"/>
                    <a:pt x="10256" y="1586"/>
                  </a:cubicBezTo>
                  <a:cubicBezTo>
                    <a:pt x="9244" y="566"/>
                    <a:pt x="7858" y="1"/>
                    <a:pt x="6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88"/>
            <p:cNvSpPr/>
            <p:nvPr/>
          </p:nvSpPr>
          <p:spPr>
            <a:xfrm>
              <a:off x="6997300" y="2542575"/>
              <a:ext cx="183900" cy="165425"/>
            </a:xfrm>
            <a:custGeom>
              <a:avLst/>
              <a:gdLst/>
              <a:ahLst/>
              <a:cxnLst/>
              <a:rect l="l" t="t" r="r" b="b"/>
              <a:pathLst>
                <a:path w="7356" h="6617" extrusionOk="0">
                  <a:moveTo>
                    <a:pt x="3610" y="1"/>
                  </a:moveTo>
                  <a:cubicBezTo>
                    <a:pt x="2999" y="1"/>
                    <a:pt x="2391" y="164"/>
                    <a:pt x="1855" y="488"/>
                  </a:cubicBezTo>
                  <a:cubicBezTo>
                    <a:pt x="1295" y="824"/>
                    <a:pt x="859" y="1321"/>
                    <a:pt x="573" y="1906"/>
                  </a:cubicBezTo>
                  <a:cubicBezTo>
                    <a:pt x="150" y="2665"/>
                    <a:pt x="0" y="3586"/>
                    <a:pt x="311" y="4408"/>
                  </a:cubicBezTo>
                  <a:cubicBezTo>
                    <a:pt x="825" y="5776"/>
                    <a:pt x="2224" y="6616"/>
                    <a:pt x="3609" y="6616"/>
                  </a:cubicBezTo>
                  <a:cubicBezTo>
                    <a:pt x="4404" y="6616"/>
                    <a:pt x="5195" y="6340"/>
                    <a:pt x="5812" y="5727"/>
                  </a:cubicBezTo>
                  <a:cubicBezTo>
                    <a:pt x="7356" y="4196"/>
                    <a:pt x="7057" y="1309"/>
                    <a:pt x="5066" y="326"/>
                  </a:cubicBezTo>
                  <a:cubicBezTo>
                    <a:pt x="4603" y="108"/>
                    <a:pt x="4106" y="1"/>
                    <a:pt x="36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88"/>
            <p:cNvSpPr/>
            <p:nvPr/>
          </p:nvSpPr>
          <p:spPr>
            <a:xfrm>
              <a:off x="6882175" y="2378125"/>
              <a:ext cx="157450" cy="141875"/>
            </a:xfrm>
            <a:custGeom>
              <a:avLst/>
              <a:gdLst/>
              <a:ahLst/>
              <a:cxnLst/>
              <a:rect l="l" t="t" r="r" b="b"/>
              <a:pathLst>
                <a:path w="6298" h="5675" extrusionOk="0">
                  <a:moveTo>
                    <a:pt x="3026" y="0"/>
                  </a:moveTo>
                  <a:cubicBezTo>
                    <a:pt x="2241" y="0"/>
                    <a:pt x="1460" y="315"/>
                    <a:pt x="946" y="967"/>
                  </a:cubicBezTo>
                  <a:cubicBezTo>
                    <a:pt x="847" y="1104"/>
                    <a:pt x="747" y="1266"/>
                    <a:pt x="673" y="1428"/>
                  </a:cubicBezTo>
                  <a:cubicBezTo>
                    <a:pt x="212" y="1988"/>
                    <a:pt x="0" y="2710"/>
                    <a:pt x="88" y="3431"/>
                  </a:cubicBezTo>
                  <a:cubicBezTo>
                    <a:pt x="284" y="4785"/>
                    <a:pt x="1585" y="5674"/>
                    <a:pt x="2889" y="5674"/>
                  </a:cubicBezTo>
                  <a:cubicBezTo>
                    <a:pt x="3240" y="5674"/>
                    <a:pt x="3591" y="5610"/>
                    <a:pt x="3921" y="5472"/>
                  </a:cubicBezTo>
                  <a:cubicBezTo>
                    <a:pt x="5526" y="4813"/>
                    <a:pt x="6298" y="2734"/>
                    <a:pt x="5352" y="1229"/>
                  </a:cubicBezTo>
                  <a:cubicBezTo>
                    <a:pt x="4845" y="421"/>
                    <a:pt x="3933" y="0"/>
                    <a:pt x="30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89"/>
          <p:cNvSpPr txBox="1">
            <a:spLocks noGrp="1"/>
          </p:cNvSpPr>
          <p:nvPr>
            <p:ph type="subTitle" idx="1"/>
          </p:nvPr>
        </p:nvSpPr>
        <p:spPr>
          <a:xfrm>
            <a:off x="2176000" y="1383650"/>
            <a:ext cx="6252900" cy="7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3" name="Google Shape;853;p89"/>
          <p:cNvSpPr txBox="1">
            <a:spLocks noGrp="1"/>
          </p:cNvSpPr>
          <p:nvPr>
            <p:ph type="subTitle" idx="2"/>
          </p:nvPr>
        </p:nvSpPr>
        <p:spPr>
          <a:xfrm>
            <a:off x="2176000" y="3494950"/>
            <a:ext cx="6252900" cy="7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4" name="Google Shape;854;p89"/>
          <p:cNvSpPr txBox="1">
            <a:spLocks noGrp="1"/>
          </p:cNvSpPr>
          <p:nvPr>
            <p:ph type="subTitle" idx="3"/>
          </p:nvPr>
        </p:nvSpPr>
        <p:spPr>
          <a:xfrm>
            <a:off x="2176000" y="2397900"/>
            <a:ext cx="6252900" cy="7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5" name="Google Shape;855;p89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856" name="Google Shape;856;p89"/>
          <p:cNvGrpSpPr/>
          <p:nvPr/>
        </p:nvGrpSpPr>
        <p:grpSpPr>
          <a:xfrm flipH="1">
            <a:off x="8086788" y="280000"/>
            <a:ext cx="684225" cy="757500"/>
            <a:chOff x="4302200" y="1018850"/>
            <a:chExt cx="684225" cy="757500"/>
          </a:xfrm>
        </p:grpSpPr>
        <p:sp>
          <p:nvSpPr>
            <p:cNvPr id="857" name="Google Shape;857;p89"/>
            <p:cNvSpPr/>
            <p:nvPr/>
          </p:nvSpPr>
          <p:spPr>
            <a:xfrm>
              <a:off x="4302200" y="1018850"/>
              <a:ext cx="562575" cy="519550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89"/>
            <p:cNvSpPr/>
            <p:nvPr/>
          </p:nvSpPr>
          <p:spPr>
            <a:xfrm>
              <a:off x="4650075" y="1539425"/>
              <a:ext cx="264800" cy="236925"/>
            </a:xfrm>
            <a:custGeom>
              <a:avLst/>
              <a:gdLst/>
              <a:ahLst/>
              <a:cxnLst/>
              <a:rect l="l" t="t" r="r" b="b"/>
              <a:pathLst>
                <a:path w="10592" h="9477" extrusionOk="0">
                  <a:moveTo>
                    <a:pt x="4087" y="0"/>
                  </a:moveTo>
                  <a:cubicBezTo>
                    <a:pt x="1792" y="0"/>
                    <a:pt x="0" y="3712"/>
                    <a:pt x="411" y="5915"/>
                  </a:cubicBezTo>
                  <a:cubicBezTo>
                    <a:pt x="813" y="8111"/>
                    <a:pt x="2912" y="9476"/>
                    <a:pt x="5005" y="9476"/>
                  </a:cubicBezTo>
                  <a:cubicBezTo>
                    <a:pt x="5891" y="9476"/>
                    <a:pt x="6775" y="9232"/>
                    <a:pt x="7530" y="8703"/>
                  </a:cubicBezTo>
                  <a:cubicBezTo>
                    <a:pt x="10019" y="6961"/>
                    <a:pt x="10591" y="2331"/>
                    <a:pt x="7691" y="638"/>
                  </a:cubicBezTo>
                  <a:cubicBezTo>
                    <a:pt x="7191" y="321"/>
                    <a:pt x="6612" y="155"/>
                    <a:pt x="6026" y="155"/>
                  </a:cubicBezTo>
                  <a:cubicBezTo>
                    <a:pt x="5738" y="155"/>
                    <a:pt x="5448" y="196"/>
                    <a:pt x="5165" y="278"/>
                  </a:cubicBezTo>
                  <a:cubicBezTo>
                    <a:pt x="4798" y="87"/>
                    <a:pt x="4436" y="0"/>
                    <a:pt x="40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89"/>
            <p:cNvSpPr/>
            <p:nvPr/>
          </p:nvSpPr>
          <p:spPr>
            <a:xfrm>
              <a:off x="4860150" y="1437525"/>
              <a:ext cx="44450" cy="40400"/>
            </a:xfrm>
            <a:custGeom>
              <a:avLst/>
              <a:gdLst/>
              <a:ahLst/>
              <a:cxnLst/>
              <a:rect l="l" t="t" r="r" b="b"/>
              <a:pathLst>
                <a:path w="1778" h="1616" extrusionOk="0">
                  <a:moveTo>
                    <a:pt x="856" y="0"/>
                  </a:moveTo>
                  <a:cubicBezTo>
                    <a:pt x="413" y="0"/>
                    <a:pt x="1" y="391"/>
                    <a:pt x="97" y="919"/>
                  </a:cubicBezTo>
                  <a:cubicBezTo>
                    <a:pt x="147" y="1317"/>
                    <a:pt x="496" y="1616"/>
                    <a:pt x="906" y="1616"/>
                  </a:cubicBezTo>
                  <a:cubicBezTo>
                    <a:pt x="1267" y="1616"/>
                    <a:pt x="1591" y="1367"/>
                    <a:pt x="1703" y="1018"/>
                  </a:cubicBezTo>
                  <a:cubicBezTo>
                    <a:pt x="1777" y="732"/>
                    <a:pt x="1678" y="421"/>
                    <a:pt x="1441" y="247"/>
                  </a:cubicBezTo>
                  <a:lnTo>
                    <a:pt x="1392" y="222"/>
                  </a:lnTo>
                  <a:cubicBezTo>
                    <a:pt x="1231" y="68"/>
                    <a:pt x="1041" y="0"/>
                    <a:pt x="8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89"/>
            <p:cNvSpPr/>
            <p:nvPr/>
          </p:nvSpPr>
          <p:spPr>
            <a:xfrm>
              <a:off x="4513775" y="1594125"/>
              <a:ext cx="95850" cy="88225"/>
            </a:xfrm>
            <a:custGeom>
              <a:avLst/>
              <a:gdLst/>
              <a:ahLst/>
              <a:cxnLst/>
              <a:rect l="l" t="t" r="r" b="b"/>
              <a:pathLst>
                <a:path w="3834" h="3529" extrusionOk="0">
                  <a:moveTo>
                    <a:pt x="2115" y="0"/>
                  </a:moveTo>
                  <a:cubicBezTo>
                    <a:pt x="2071" y="0"/>
                    <a:pt x="2025" y="2"/>
                    <a:pt x="1980" y="6"/>
                  </a:cubicBezTo>
                  <a:cubicBezTo>
                    <a:pt x="1507" y="31"/>
                    <a:pt x="1059" y="243"/>
                    <a:pt x="735" y="591"/>
                  </a:cubicBezTo>
                  <a:cubicBezTo>
                    <a:pt x="548" y="790"/>
                    <a:pt x="399" y="1039"/>
                    <a:pt x="324" y="1301"/>
                  </a:cubicBezTo>
                  <a:cubicBezTo>
                    <a:pt x="63" y="1637"/>
                    <a:pt x="1" y="2097"/>
                    <a:pt x="175" y="2483"/>
                  </a:cubicBezTo>
                  <a:cubicBezTo>
                    <a:pt x="312" y="2819"/>
                    <a:pt x="598" y="3055"/>
                    <a:pt x="947" y="3142"/>
                  </a:cubicBezTo>
                  <a:cubicBezTo>
                    <a:pt x="1258" y="3379"/>
                    <a:pt x="1644" y="3516"/>
                    <a:pt x="2042" y="3528"/>
                  </a:cubicBezTo>
                  <a:cubicBezTo>
                    <a:pt x="2050" y="3528"/>
                    <a:pt x="2057" y="3528"/>
                    <a:pt x="2065" y="3528"/>
                  </a:cubicBezTo>
                  <a:cubicBezTo>
                    <a:pt x="3038" y="3528"/>
                    <a:pt x="3834" y="2737"/>
                    <a:pt x="3822" y="1761"/>
                  </a:cubicBezTo>
                  <a:cubicBezTo>
                    <a:pt x="3798" y="847"/>
                    <a:pt x="3049" y="0"/>
                    <a:pt x="211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89"/>
            <p:cNvSpPr/>
            <p:nvPr/>
          </p:nvSpPr>
          <p:spPr>
            <a:xfrm>
              <a:off x="4421525" y="1549850"/>
              <a:ext cx="46700" cy="40775"/>
            </a:xfrm>
            <a:custGeom>
              <a:avLst/>
              <a:gdLst/>
              <a:ahLst/>
              <a:cxnLst/>
              <a:rect l="l" t="t" r="r" b="b"/>
              <a:pathLst>
                <a:path w="1868" h="1631" extrusionOk="0">
                  <a:moveTo>
                    <a:pt x="934" y="1"/>
                  </a:moveTo>
                  <a:cubicBezTo>
                    <a:pt x="467" y="1"/>
                    <a:pt x="1" y="327"/>
                    <a:pt x="156" y="981"/>
                  </a:cubicBezTo>
                  <a:lnTo>
                    <a:pt x="181" y="1080"/>
                  </a:lnTo>
                  <a:cubicBezTo>
                    <a:pt x="293" y="1447"/>
                    <a:pt x="614" y="1631"/>
                    <a:pt x="934" y="1631"/>
                  </a:cubicBezTo>
                  <a:cubicBezTo>
                    <a:pt x="1255" y="1631"/>
                    <a:pt x="1575" y="1447"/>
                    <a:pt x="1687" y="1080"/>
                  </a:cubicBezTo>
                  <a:lnTo>
                    <a:pt x="1712" y="981"/>
                  </a:lnTo>
                  <a:cubicBezTo>
                    <a:pt x="1868" y="327"/>
                    <a:pt x="1401" y="1"/>
                    <a:pt x="9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89"/>
            <p:cNvSpPr/>
            <p:nvPr/>
          </p:nvSpPr>
          <p:spPr>
            <a:xfrm>
              <a:off x="4446900" y="1740500"/>
              <a:ext cx="45450" cy="35175"/>
            </a:xfrm>
            <a:custGeom>
              <a:avLst/>
              <a:gdLst/>
              <a:ahLst/>
              <a:cxnLst/>
              <a:rect l="l" t="t" r="r" b="b"/>
              <a:pathLst>
                <a:path w="1818" h="1407" extrusionOk="0">
                  <a:moveTo>
                    <a:pt x="909" y="1"/>
                  </a:moveTo>
                  <a:cubicBezTo>
                    <a:pt x="0" y="1"/>
                    <a:pt x="0" y="1407"/>
                    <a:pt x="909" y="1407"/>
                  </a:cubicBezTo>
                  <a:cubicBezTo>
                    <a:pt x="1817" y="1407"/>
                    <a:pt x="1817" y="1"/>
                    <a:pt x="9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89"/>
            <p:cNvSpPr/>
            <p:nvPr/>
          </p:nvSpPr>
          <p:spPr>
            <a:xfrm>
              <a:off x="4888625" y="1264275"/>
              <a:ext cx="97800" cy="98300"/>
            </a:xfrm>
            <a:custGeom>
              <a:avLst/>
              <a:gdLst/>
              <a:ahLst/>
              <a:cxnLst/>
              <a:rect l="l" t="t" r="r" b="b"/>
              <a:pathLst>
                <a:path w="3912" h="3932" extrusionOk="0">
                  <a:moveTo>
                    <a:pt x="1905" y="0"/>
                  </a:moveTo>
                  <a:cubicBezTo>
                    <a:pt x="1706" y="0"/>
                    <a:pt x="1505" y="34"/>
                    <a:pt x="1311" y="107"/>
                  </a:cubicBezTo>
                  <a:cubicBezTo>
                    <a:pt x="526" y="406"/>
                    <a:pt x="16" y="1165"/>
                    <a:pt x="16" y="1999"/>
                  </a:cubicBezTo>
                  <a:cubicBezTo>
                    <a:pt x="1" y="3177"/>
                    <a:pt x="1029" y="3931"/>
                    <a:pt x="2033" y="3931"/>
                  </a:cubicBezTo>
                  <a:cubicBezTo>
                    <a:pt x="2652" y="3931"/>
                    <a:pt x="3262" y="3645"/>
                    <a:pt x="3613" y="2995"/>
                  </a:cubicBezTo>
                  <a:cubicBezTo>
                    <a:pt x="3862" y="2522"/>
                    <a:pt x="3912" y="1962"/>
                    <a:pt x="3725" y="1452"/>
                  </a:cubicBezTo>
                  <a:cubicBezTo>
                    <a:pt x="3675" y="1240"/>
                    <a:pt x="3588" y="1041"/>
                    <a:pt x="3464" y="854"/>
                  </a:cubicBezTo>
                  <a:cubicBezTo>
                    <a:pt x="3116" y="328"/>
                    <a:pt x="2519" y="0"/>
                    <a:pt x="1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BLANK_1_1_1_2_1_1"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90"/>
          <p:cNvSpPr txBox="1">
            <a:spLocks noGrp="1"/>
          </p:cNvSpPr>
          <p:nvPr>
            <p:ph type="title"/>
          </p:nvPr>
        </p:nvSpPr>
        <p:spPr>
          <a:xfrm>
            <a:off x="720000" y="2423313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66" name="Google Shape;866;p90"/>
          <p:cNvSpPr txBox="1">
            <a:spLocks noGrp="1"/>
          </p:cNvSpPr>
          <p:nvPr>
            <p:ph type="subTitle" idx="1"/>
          </p:nvPr>
        </p:nvSpPr>
        <p:spPr>
          <a:xfrm>
            <a:off x="720000" y="300983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7" name="Google Shape;867;p90"/>
          <p:cNvSpPr txBox="1">
            <a:spLocks noGrp="1"/>
          </p:cNvSpPr>
          <p:nvPr>
            <p:ph type="title" idx="2"/>
          </p:nvPr>
        </p:nvSpPr>
        <p:spPr>
          <a:xfrm>
            <a:off x="3403800" y="2423313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68" name="Google Shape;868;p90"/>
          <p:cNvSpPr txBox="1">
            <a:spLocks noGrp="1"/>
          </p:cNvSpPr>
          <p:nvPr>
            <p:ph type="subTitle" idx="3"/>
          </p:nvPr>
        </p:nvSpPr>
        <p:spPr>
          <a:xfrm>
            <a:off x="3403800" y="300983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9" name="Google Shape;869;p90"/>
          <p:cNvSpPr txBox="1">
            <a:spLocks noGrp="1"/>
          </p:cNvSpPr>
          <p:nvPr>
            <p:ph type="title" idx="4"/>
          </p:nvPr>
        </p:nvSpPr>
        <p:spPr>
          <a:xfrm>
            <a:off x="6087600" y="2423313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70" name="Google Shape;870;p90"/>
          <p:cNvSpPr txBox="1">
            <a:spLocks noGrp="1"/>
          </p:cNvSpPr>
          <p:nvPr>
            <p:ph type="subTitle" idx="5"/>
          </p:nvPr>
        </p:nvSpPr>
        <p:spPr>
          <a:xfrm>
            <a:off x="6087600" y="300983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1" name="Google Shape;871;p90"/>
          <p:cNvSpPr txBox="1">
            <a:spLocks noGrp="1"/>
          </p:cNvSpPr>
          <p:nvPr>
            <p:ph type="title" idx="6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3" name="Google Shape;873;p91"/>
          <p:cNvGrpSpPr/>
          <p:nvPr/>
        </p:nvGrpSpPr>
        <p:grpSpPr>
          <a:xfrm>
            <a:off x="315087" y="535002"/>
            <a:ext cx="8455925" cy="4351876"/>
            <a:chOff x="315087" y="535002"/>
            <a:chExt cx="8455925" cy="4351876"/>
          </a:xfrm>
        </p:grpSpPr>
        <p:sp>
          <p:nvSpPr>
            <p:cNvPr id="874" name="Google Shape;874;p91"/>
            <p:cNvSpPr/>
            <p:nvPr/>
          </p:nvSpPr>
          <p:spPr>
            <a:xfrm rot="-453958">
              <a:off x="736588" y="596040"/>
              <a:ext cx="952905" cy="389494"/>
            </a:xfrm>
            <a:custGeom>
              <a:avLst/>
              <a:gdLst/>
              <a:ahLst/>
              <a:cxnLst/>
              <a:rect l="l" t="t" r="r" b="b"/>
              <a:pathLst>
                <a:path w="20476" h="8369" extrusionOk="0">
                  <a:moveTo>
                    <a:pt x="5882" y="1"/>
                  </a:moveTo>
                  <a:cubicBezTo>
                    <a:pt x="3608" y="1"/>
                    <a:pt x="1540" y="1950"/>
                    <a:pt x="332" y="3806"/>
                  </a:cubicBezTo>
                  <a:cubicBezTo>
                    <a:pt x="1" y="4319"/>
                    <a:pt x="498" y="5035"/>
                    <a:pt x="1035" y="5035"/>
                  </a:cubicBezTo>
                  <a:cubicBezTo>
                    <a:pt x="1163" y="5035"/>
                    <a:pt x="1293" y="4994"/>
                    <a:pt x="1415" y="4901"/>
                  </a:cubicBezTo>
                  <a:cubicBezTo>
                    <a:pt x="2596" y="3993"/>
                    <a:pt x="3939" y="2749"/>
                    <a:pt x="5338" y="2749"/>
                  </a:cubicBezTo>
                  <a:cubicBezTo>
                    <a:pt x="5915" y="2749"/>
                    <a:pt x="6502" y="2960"/>
                    <a:pt x="7090" y="3495"/>
                  </a:cubicBezTo>
                  <a:cubicBezTo>
                    <a:pt x="8596" y="4876"/>
                    <a:pt x="9716" y="6345"/>
                    <a:pt x="11571" y="7328"/>
                  </a:cubicBezTo>
                  <a:cubicBezTo>
                    <a:pt x="12801" y="7983"/>
                    <a:pt x="14174" y="8368"/>
                    <a:pt x="15465" y="8368"/>
                  </a:cubicBezTo>
                  <a:cubicBezTo>
                    <a:pt x="17558" y="8368"/>
                    <a:pt x="19438" y="7356"/>
                    <a:pt x="20146" y="4839"/>
                  </a:cubicBezTo>
                  <a:cubicBezTo>
                    <a:pt x="20476" y="3670"/>
                    <a:pt x="19533" y="2911"/>
                    <a:pt x="18603" y="2911"/>
                  </a:cubicBezTo>
                  <a:cubicBezTo>
                    <a:pt x="17988" y="2911"/>
                    <a:pt x="17379" y="3242"/>
                    <a:pt x="17146" y="4005"/>
                  </a:cubicBezTo>
                  <a:cubicBezTo>
                    <a:pt x="16812" y="5110"/>
                    <a:pt x="16204" y="5538"/>
                    <a:pt x="15447" y="5538"/>
                  </a:cubicBezTo>
                  <a:cubicBezTo>
                    <a:pt x="13026" y="5538"/>
                    <a:pt x="9084" y="1141"/>
                    <a:pt x="7738" y="458"/>
                  </a:cubicBezTo>
                  <a:cubicBezTo>
                    <a:pt x="7113" y="140"/>
                    <a:pt x="6490" y="1"/>
                    <a:pt x="58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91"/>
            <p:cNvSpPr/>
            <p:nvPr/>
          </p:nvSpPr>
          <p:spPr>
            <a:xfrm rot="453958" flipH="1">
              <a:off x="7454513" y="596040"/>
              <a:ext cx="952905" cy="389494"/>
            </a:xfrm>
            <a:custGeom>
              <a:avLst/>
              <a:gdLst/>
              <a:ahLst/>
              <a:cxnLst/>
              <a:rect l="l" t="t" r="r" b="b"/>
              <a:pathLst>
                <a:path w="20476" h="8369" extrusionOk="0">
                  <a:moveTo>
                    <a:pt x="5882" y="1"/>
                  </a:moveTo>
                  <a:cubicBezTo>
                    <a:pt x="3608" y="1"/>
                    <a:pt x="1540" y="1950"/>
                    <a:pt x="332" y="3806"/>
                  </a:cubicBezTo>
                  <a:cubicBezTo>
                    <a:pt x="1" y="4319"/>
                    <a:pt x="498" y="5035"/>
                    <a:pt x="1035" y="5035"/>
                  </a:cubicBezTo>
                  <a:cubicBezTo>
                    <a:pt x="1163" y="5035"/>
                    <a:pt x="1293" y="4994"/>
                    <a:pt x="1415" y="4901"/>
                  </a:cubicBezTo>
                  <a:cubicBezTo>
                    <a:pt x="2596" y="3993"/>
                    <a:pt x="3939" y="2749"/>
                    <a:pt x="5338" y="2749"/>
                  </a:cubicBezTo>
                  <a:cubicBezTo>
                    <a:pt x="5915" y="2749"/>
                    <a:pt x="6502" y="2960"/>
                    <a:pt x="7090" y="3495"/>
                  </a:cubicBezTo>
                  <a:cubicBezTo>
                    <a:pt x="8596" y="4876"/>
                    <a:pt x="9716" y="6345"/>
                    <a:pt x="11571" y="7328"/>
                  </a:cubicBezTo>
                  <a:cubicBezTo>
                    <a:pt x="12801" y="7983"/>
                    <a:pt x="14174" y="8368"/>
                    <a:pt x="15465" y="8368"/>
                  </a:cubicBezTo>
                  <a:cubicBezTo>
                    <a:pt x="17558" y="8368"/>
                    <a:pt x="19438" y="7356"/>
                    <a:pt x="20146" y="4839"/>
                  </a:cubicBezTo>
                  <a:cubicBezTo>
                    <a:pt x="20476" y="3670"/>
                    <a:pt x="19533" y="2911"/>
                    <a:pt x="18603" y="2911"/>
                  </a:cubicBezTo>
                  <a:cubicBezTo>
                    <a:pt x="17988" y="2911"/>
                    <a:pt x="17379" y="3242"/>
                    <a:pt x="17146" y="4005"/>
                  </a:cubicBezTo>
                  <a:cubicBezTo>
                    <a:pt x="16812" y="5110"/>
                    <a:pt x="16204" y="5538"/>
                    <a:pt x="15447" y="5538"/>
                  </a:cubicBezTo>
                  <a:cubicBezTo>
                    <a:pt x="13026" y="5538"/>
                    <a:pt x="9084" y="1141"/>
                    <a:pt x="7738" y="458"/>
                  </a:cubicBezTo>
                  <a:cubicBezTo>
                    <a:pt x="7113" y="140"/>
                    <a:pt x="6490" y="1"/>
                    <a:pt x="58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6" name="Google Shape;876;p91"/>
            <p:cNvGrpSpPr/>
            <p:nvPr/>
          </p:nvGrpSpPr>
          <p:grpSpPr>
            <a:xfrm rot="10800000">
              <a:off x="315087" y="4126307"/>
              <a:ext cx="699624" cy="760571"/>
              <a:chOff x="8472500" y="116350"/>
              <a:chExt cx="573886" cy="623879"/>
            </a:xfrm>
          </p:grpSpPr>
          <p:sp>
            <p:nvSpPr>
              <p:cNvPr id="877" name="Google Shape;877;p91"/>
              <p:cNvSpPr/>
              <p:nvPr/>
            </p:nvSpPr>
            <p:spPr>
              <a:xfrm>
                <a:off x="8850559" y="11635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91"/>
              <p:cNvSpPr/>
              <p:nvPr/>
            </p:nvSpPr>
            <p:spPr>
              <a:xfrm>
                <a:off x="8732698" y="480857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91"/>
              <p:cNvSpPr/>
              <p:nvPr/>
            </p:nvSpPr>
            <p:spPr>
              <a:xfrm>
                <a:off x="8631796" y="284314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Google Shape;880;p91"/>
              <p:cNvSpPr/>
              <p:nvPr/>
            </p:nvSpPr>
            <p:spPr>
              <a:xfrm>
                <a:off x="8472500" y="616574"/>
                <a:ext cx="137447" cy="12365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1" name="Google Shape;881;p91"/>
            <p:cNvGrpSpPr/>
            <p:nvPr/>
          </p:nvGrpSpPr>
          <p:grpSpPr>
            <a:xfrm rot="10800000">
              <a:off x="8086788" y="4127838"/>
              <a:ext cx="684225" cy="757500"/>
              <a:chOff x="4302200" y="1018850"/>
              <a:chExt cx="684225" cy="757500"/>
            </a:xfrm>
          </p:grpSpPr>
          <p:sp>
            <p:nvSpPr>
              <p:cNvPr id="882" name="Google Shape;882;p91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91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91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91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91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91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91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89" name="Google Shape;889;p91"/>
          <p:cNvSpPr txBox="1">
            <a:spLocks noGrp="1"/>
          </p:cNvSpPr>
          <p:nvPr>
            <p:ph type="title"/>
          </p:nvPr>
        </p:nvSpPr>
        <p:spPr>
          <a:xfrm>
            <a:off x="1336863" y="14124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90" name="Google Shape;890;p91"/>
          <p:cNvSpPr txBox="1">
            <a:spLocks noGrp="1"/>
          </p:cNvSpPr>
          <p:nvPr>
            <p:ph type="subTitle" idx="1"/>
          </p:nvPr>
        </p:nvSpPr>
        <p:spPr>
          <a:xfrm>
            <a:off x="1336863" y="1843075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1" name="Google Shape;891;p91"/>
          <p:cNvSpPr txBox="1">
            <a:spLocks noGrp="1"/>
          </p:cNvSpPr>
          <p:nvPr>
            <p:ph type="title" idx="2"/>
          </p:nvPr>
        </p:nvSpPr>
        <p:spPr>
          <a:xfrm>
            <a:off x="5222038" y="14124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92" name="Google Shape;892;p91"/>
          <p:cNvSpPr txBox="1">
            <a:spLocks noGrp="1"/>
          </p:cNvSpPr>
          <p:nvPr>
            <p:ph type="subTitle" idx="3"/>
          </p:nvPr>
        </p:nvSpPr>
        <p:spPr>
          <a:xfrm>
            <a:off x="5222100" y="1843075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3" name="Google Shape;893;p91"/>
          <p:cNvSpPr txBox="1">
            <a:spLocks noGrp="1"/>
          </p:cNvSpPr>
          <p:nvPr>
            <p:ph type="title" idx="4"/>
          </p:nvPr>
        </p:nvSpPr>
        <p:spPr>
          <a:xfrm>
            <a:off x="1336863" y="33112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94" name="Google Shape;894;p91"/>
          <p:cNvSpPr txBox="1">
            <a:spLocks noGrp="1"/>
          </p:cNvSpPr>
          <p:nvPr>
            <p:ph type="subTitle" idx="5"/>
          </p:nvPr>
        </p:nvSpPr>
        <p:spPr>
          <a:xfrm>
            <a:off x="1336863" y="3547000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5" name="Google Shape;895;p91"/>
          <p:cNvSpPr txBox="1">
            <a:spLocks noGrp="1"/>
          </p:cNvSpPr>
          <p:nvPr>
            <p:ph type="title" idx="6"/>
          </p:nvPr>
        </p:nvSpPr>
        <p:spPr>
          <a:xfrm>
            <a:off x="5222038" y="3311255"/>
            <a:ext cx="2585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96" name="Google Shape;896;p91"/>
          <p:cNvSpPr txBox="1">
            <a:spLocks noGrp="1"/>
          </p:cNvSpPr>
          <p:nvPr>
            <p:ph type="subTitle" idx="7"/>
          </p:nvPr>
        </p:nvSpPr>
        <p:spPr>
          <a:xfrm>
            <a:off x="5222100" y="3547000"/>
            <a:ext cx="2585100" cy="9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7" name="Google Shape;897;p91"/>
          <p:cNvSpPr txBox="1">
            <a:spLocks noGrp="1"/>
          </p:cNvSpPr>
          <p:nvPr>
            <p:ph type="title" idx="8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BLANK_1_1_1_1_2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92"/>
          <p:cNvSpPr txBox="1">
            <a:spLocks noGrp="1"/>
          </p:cNvSpPr>
          <p:nvPr>
            <p:ph type="title"/>
          </p:nvPr>
        </p:nvSpPr>
        <p:spPr>
          <a:xfrm>
            <a:off x="1195863" y="16828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00" name="Google Shape;900;p92"/>
          <p:cNvSpPr txBox="1">
            <a:spLocks noGrp="1"/>
          </p:cNvSpPr>
          <p:nvPr>
            <p:ph type="subTitle" idx="1"/>
          </p:nvPr>
        </p:nvSpPr>
        <p:spPr>
          <a:xfrm>
            <a:off x="1195863" y="22693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1" name="Google Shape;901;p92"/>
          <p:cNvSpPr txBox="1">
            <a:spLocks noGrp="1"/>
          </p:cNvSpPr>
          <p:nvPr>
            <p:ph type="title" idx="2"/>
          </p:nvPr>
        </p:nvSpPr>
        <p:spPr>
          <a:xfrm>
            <a:off x="5081043" y="16828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02" name="Google Shape;902;p92"/>
          <p:cNvSpPr txBox="1">
            <a:spLocks noGrp="1"/>
          </p:cNvSpPr>
          <p:nvPr>
            <p:ph type="subTitle" idx="3"/>
          </p:nvPr>
        </p:nvSpPr>
        <p:spPr>
          <a:xfrm>
            <a:off x="5081043" y="22693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92"/>
          <p:cNvSpPr txBox="1">
            <a:spLocks noGrp="1"/>
          </p:cNvSpPr>
          <p:nvPr>
            <p:ph type="title" idx="4"/>
          </p:nvPr>
        </p:nvSpPr>
        <p:spPr>
          <a:xfrm>
            <a:off x="1195863" y="31162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04" name="Google Shape;904;p92"/>
          <p:cNvSpPr txBox="1">
            <a:spLocks noGrp="1"/>
          </p:cNvSpPr>
          <p:nvPr>
            <p:ph type="subTitle" idx="5"/>
          </p:nvPr>
        </p:nvSpPr>
        <p:spPr>
          <a:xfrm>
            <a:off x="1195863" y="37027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5" name="Google Shape;905;p92"/>
          <p:cNvSpPr txBox="1">
            <a:spLocks noGrp="1"/>
          </p:cNvSpPr>
          <p:nvPr>
            <p:ph type="title" idx="6"/>
          </p:nvPr>
        </p:nvSpPr>
        <p:spPr>
          <a:xfrm>
            <a:off x="5081043" y="3116250"/>
            <a:ext cx="286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06" name="Google Shape;906;p92"/>
          <p:cNvSpPr txBox="1">
            <a:spLocks noGrp="1"/>
          </p:cNvSpPr>
          <p:nvPr>
            <p:ph type="subTitle" idx="7"/>
          </p:nvPr>
        </p:nvSpPr>
        <p:spPr>
          <a:xfrm>
            <a:off x="5081043" y="3702775"/>
            <a:ext cx="286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7" name="Google Shape;907;p92"/>
          <p:cNvSpPr txBox="1">
            <a:spLocks noGrp="1"/>
          </p:cNvSpPr>
          <p:nvPr>
            <p:ph type="title" idx="8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rick Hand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9" name="Google Shape;909;p93"/>
          <p:cNvGrpSpPr/>
          <p:nvPr/>
        </p:nvGrpSpPr>
        <p:grpSpPr>
          <a:xfrm>
            <a:off x="-104500" y="-422506"/>
            <a:ext cx="9036566" cy="5353549"/>
            <a:chOff x="-104500" y="-422506"/>
            <a:chExt cx="9036566" cy="5353549"/>
          </a:xfrm>
        </p:grpSpPr>
        <p:grpSp>
          <p:nvGrpSpPr>
            <p:cNvPr id="910" name="Google Shape;910;p93"/>
            <p:cNvGrpSpPr/>
            <p:nvPr/>
          </p:nvGrpSpPr>
          <p:grpSpPr>
            <a:xfrm rot="5557456" flipH="1">
              <a:off x="8102462" y="4099505"/>
              <a:ext cx="771109" cy="853689"/>
              <a:chOff x="4302200" y="1018850"/>
              <a:chExt cx="684225" cy="757500"/>
            </a:xfrm>
          </p:grpSpPr>
          <p:sp>
            <p:nvSpPr>
              <p:cNvPr id="911" name="Google Shape;911;p93"/>
              <p:cNvSpPr/>
              <p:nvPr/>
            </p:nvSpPr>
            <p:spPr>
              <a:xfrm>
                <a:off x="4302200" y="1018850"/>
                <a:ext cx="562575" cy="519550"/>
              </a:xfrm>
              <a:custGeom>
                <a:avLst/>
                <a:gdLst/>
                <a:ahLst/>
                <a:cxnLst/>
                <a:rect l="l" t="t" r="r" b="b"/>
                <a:pathLst>
                  <a:path w="22503" h="20782" extrusionOk="0">
                    <a:moveTo>
                      <a:pt x="12708" y="18400"/>
                    </a:moveTo>
                    <a:lnTo>
                      <a:pt x="12708" y="18400"/>
                    </a:lnTo>
                    <a:cubicBezTo>
                      <a:pt x="12215" y="18530"/>
                      <a:pt x="11709" y="18598"/>
                      <a:pt x="11204" y="18598"/>
                    </a:cubicBezTo>
                    <a:cubicBezTo>
                      <a:pt x="11033" y="18598"/>
                      <a:pt x="10862" y="18590"/>
                      <a:pt x="10692" y="18574"/>
                    </a:cubicBezTo>
                    <a:cubicBezTo>
                      <a:pt x="10580" y="18562"/>
                      <a:pt x="10468" y="18549"/>
                      <a:pt x="10368" y="18537"/>
                    </a:cubicBezTo>
                    <a:cubicBezTo>
                      <a:pt x="10380" y="18512"/>
                      <a:pt x="10405" y="18499"/>
                      <a:pt x="10430" y="18475"/>
                    </a:cubicBezTo>
                    <a:cubicBezTo>
                      <a:pt x="10731" y="18509"/>
                      <a:pt x="11032" y="18528"/>
                      <a:pt x="11333" y="18528"/>
                    </a:cubicBezTo>
                    <a:cubicBezTo>
                      <a:pt x="11580" y="18528"/>
                      <a:pt x="11826" y="18515"/>
                      <a:pt x="12073" y="18487"/>
                    </a:cubicBezTo>
                    <a:cubicBezTo>
                      <a:pt x="12285" y="18475"/>
                      <a:pt x="12496" y="18437"/>
                      <a:pt x="12708" y="18400"/>
                    </a:cubicBezTo>
                    <a:close/>
                    <a:moveTo>
                      <a:pt x="11250" y="0"/>
                    </a:moveTo>
                    <a:cubicBezTo>
                      <a:pt x="8027" y="0"/>
                      <a:pt x="4829" y="1364"/>
                      <a:pt x="2826" y="3951"/>
                    </a:cubicBezTo>
                    <a:cubicBezTo>
                      <a:pt x="611" y="6776"/>
                      <a:pt x="1" y="10783"/>
                      <a:pt x="1619" y="14044"/>
                    </a:cubicBezTo>
                    <a:cubicBezTo>
                      <a:pt x="1917" y="14641"/>
                      <a:pt x="2291" y="15201"/>
                      <a:pt x="2714" y="15712"/>
                    </a:cubicBezTo>
                    <a:cubicBezTo>
                      <a:pt x="4295" y="18176"/>
                      <a:pt x="6809" y="20105"/>
                      <a:pt x="9696" y="20640"/>
                    </a:cubicBezTo>
                    <a:cubicBezTo>
                      <a:pt x="10209" y="20736"/>
                      <a:pt x="10711" y="20782"/>
                      <a:pt x="11201" y="20782"/>
                    </a:cubicBezTo>
                    <a:cubicBezTo>
                      <a:pt x="14404" y="20782"/>
                      <a:pt x="17119" y="18840"/>
                      <a:pt x="19105" y="16272"/>
                    </a:cubicBezTo>
                    <a:cubicBezTo>
                      <a:pt x="21395" y="13310"/>
                      <a:pt x="22502" y="9476"/>
                      <a:pt x="20885" y="5929"/>
                    </a:cubicBezTo>
                    <a:cubicBezTo>
                      <a:pt x="19428" y="2731"/>
                      <a:pt x="16143" y="541"/>
                      <a:pt x="12695" y="93"/>
                    </a:cubicBezTo>
                    <a:cubicBezTo>
                      <a:pt x="12216" y="31"/>
                      <a:pt x="11732" y="0"/>
                      <a:pt x="112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93"/>
              <p:cNvSpPr/>
              <p:nvPr/>
            </p:nvSpPr>
            <p:spPr>
              <a:xfrm>
                <a:off x="4650075" y="1539425"/>
                <a:ext cx="264800" cy="236925"/>
              </a:xfrm>
              <a:custGeom>
                <a:avLst/>
                <a:gdLst/>
                <a:ahLst/>
                <a:cxnLst/>
                <a:rect l="l" t="t" r="r" b="b"/>
                <a:pathLst>
                  <a:path w="10592" h="9477" extrusionOk="0">
                    <a:moveTo>
                      <a:pt x="4087" y="0"/>
                    </a:moveTo>
                    <a:cubicBezTo>
                      <a:pt x="1792" y="0"/>
                      <a:pt x="0" y="3712"/>
                      <a:pt x="411" y="5915"/>
                    </a:cubicBezTo>
                    <a:cubicBezTo>
                      <a:pt x="813" y="8111"/>
                      <a:pt x="2912" y="9476"/>
                      <a:pt x="5005" y="9476"/>
                    </a:cubicBezTo>
                    <a:cubicBezTo>
                      <a:pt x="5891" y="9476"/>
                      <a:pt x="6775" y="9232"/>
                      <a:pt x="7530" y="8703"/>
                    </a:cubicBezTo>
                    <a:cubicBezTo>
                      <a:pt x="10019" y="6961"/>
                      <a:pt x="10591" y="2331"/>
                      <a:pt x="7691" y="638"/>
                    </a:cubicBezTo>
                    <a:cubicBezTo>
                      <a:pt x="7191" y="321"/>
                      <a:pt x="6612" y="155"/>
                      <a:pt x="6026" y="155"/>
                    </a:cubicBezTo>
                    <a:cubicBezTo>
                      <a:pt x="5738" y="155"/>
                      <a:pt x="5448" y="196"/>
                      <a:pt x="5165" y="278"/>
                    </a:cubicBezTo>
                    <a:cubicBezTo>
                      <a:pt x="4798" y="87"/>
                      <a:pt x="4436" y="0"/>
                      <a:pt x="40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93"/>
              <p:cNvSpPr/>
              <p:nvPr/>
            </p:nvSpPr>
            <p:spPr>
              <a:xfrm>
                <a:off x="4860150" y="1437525"/>
                <a:ext cx="44450" cy="40400"/>
              </a:xfrm>
              <a:custGeom>
                <a:avLst/>
                <a:gdLst/>
                <a:ahLst/>
                <a:cxnLst/>
                <a:rect l="l" t="t" r="r" b="b"/>
                <a:pathLst>
                  <a:path w="1778" h="1616" extrusionOk="0">
                    <a:moveTo>
                      <a:pt x="856" y="0"/>
                    </a:moveTo>
                    <a:cubicBezTo>
                      <a:pt x="413" y="0"/>
                      <a:pt x="1" y="391"/>
                      <a:pt x="97" y="919"/>
                    </a:cubicBezTo>
                    <a:cubicBezTo>
                      <a:pt x="147" y="1317"/>
                      <a:pt x="496" y="1616"/>
                      <a:pt x="906" y="1616"/>
                    </a:cubicBezTo>
                    <a:cubicBezTo>
                      <a:pt x="1267" y="1616"/>
                      <a:pt x="1591" y="1367"/>
                      <a:pt x="1703" y="1018"/>
                    </a:cubicBezTo>
                    <a:cubicBezTo>
                      <a:pt x="1777" y="732"/>
                      <a:pt x="1678" y="421"/>
                      <a:pt x="1441" y="247"/>
                    </a:cubicBezTo>
                    <a:lnTo>
                      <a:pt x="1392" y="222"/>
                    </a:lnTo>
                    <a:cubicBezTo>
                      <a:pt x="1231" y="68"/>
                      <a:pt x="1041" y="0"/>
                      <a:pt x="8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93"/>
              <p:cNvSpPr/>
              <p:nvPr/>
            </p:nvSpPr>
            <p:spPr>
              <a:xfrm>
                <a:off x="4513775" y="1594125"/>
                <a:ext cx="958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3834" h="3529" extrusionOk="0">
                    <a:moveTo>
                      <a:pt x="2115" y="0"/>
                    </a:moveTo>
                    <a:cubicBezTo>
                      <a:pt x="2071" y="0"/>
                      <a:pt x="2025" y="2"/>
                      <a:pt x="1980" y="6"/>
                    </a:cubicBezTo>
                    <a:cubicBezTo>
                      <a:pt x="1507" y="31"/>
                      <a:pt x="1059" y="243"/>
                      <a:pt x="735" y="591"/>
                    </a:cubicBezTo>
                    <a:cubicBezTo>
                      <a:pt x="548" y="790"/>
                      <a:pt x="399" y="1039"/>
                      <a:pt x="324" y="1301"/>
                    </a:cubicBezTo>
                    <a:cubicBezTo>
                      <a:pt x="63" y="1637"/>
                      <a:pt x="1" y="2097"/>
                      <a:pt x="175" y="2483"/>
                    </a:cubicBezTo>
                    <a:cubicBezTo>
                      <a:pt x="312" y="2819"/>
                      <a:pt x="598" y="3055"/>
                      <a:pt x="947" y="3142"/>
                    </a:cubicBezTo>
                    <a:cubicBezTo>
                      <a:pt x="1258" y="3379"/>
                      <a:pt x="1644" y="3516"/>
                      <a:pt x="2042" y="3528"/>
                    </a:cubicBezTo>
                    <a:cubicBezTo>
                      <a:pt x="2050" y="3528"/>
                      <a:pt x="2057" y="3528"/>
                      <a:pt x="2065" y="3528"/>
                    </a:cubicBezTo>
                    <a:cubicBezTo>
                      <a:pt x="3038" y="3528"/>
                      <a:pt x="3834" y="2737"/>
                      <a:pt x="3822" y="1761"/>
                    </a:cubicBezTo>
                    <a:cubicBezTo>
                      <a:pt x="3798" y="847"/>
                      <a:pt x="3049" y="0"/>
                      <a:pt x="211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93"/>
              <p:cNvSpPr/>
              <p:nvPr/>
            </p:nvSpPr>
            <p:spPr>
              <a:xfrm>
                <a:off x="4421525" y="1549850"/>
                <a:ext cx="4670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68" h="1631" extrusionOk="0">
                    <a:moveTo>
                      <a:pt x="934" y="1"/>
                    </a:moveTo>
                    <a:cubicBezTo>
                      <a:pt x="467" y="1"/>
                      <a:pt x="1" y="327"/>
                      <a:pt x="156" y="981"/>
                    </a:cubicBezTo>
                    <a:lnTo>
                      <a:pt x="181" y="1080"/>
                    </a:lnTo>
                    <a:cubicBezTo>
                      <a:pt x="293" y="1447"/>
                      <a:pt x="614" y="1631"/>
                      <a:pt x="934" y="1631"/>
                    </a:cubicBezTo>
                    <a:cubicBezTo>
                      <a:pt x="1255" y="1631"/>
                      <a:pt x="1575" y="1447"/>
                      <a:pt x="1687" y="1080"/>
                    </a:cubicBezTo>
                    <a:lnTo>
                      <a:pt x="1712" y="981"/>
                    </a:lnTo>
                    <a:cubicBezTo>
                      <a:pt x="1868" y="327"/>
                      <a:pt x="1401" y="1"/>
                      <a:pt x="9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93"/>
              <p:cNvSpPr/>
              <p:nvPr/>
            </p:nvSpPr>
            <p:spPr>
              <a:xfrm>
                <a:off x="4446900" y="1740500"/>
                <a:ext cx="45450" cy="35175"/>
              </a:xfrm>
              <a:custGeom>
                <a:avLst/>
                <a:gdLst/>
                <a:ahLst/>
                <a:cxnLst/>
                <a:rect l="l" t="t" r="r" b="b"/>
                <a:pathLst>
                  <a:path w="1818" h="1407" extrusionOk="0">
                    <a:moveTo>
                      <a:pt x="909" y="1"/>
                    </a:moveTo>
                    <a:cubicBezTo>
                      <a:pt x="0" y="1"/>
                      <a:pt x="0" y="1407"/>
                      <a:pt x="909" y="1407"/>
                    </a:cubicBezTo>
                    <a:cubicBezTo>
                      <a:pt x="1817" y="1407"/>
                      <a:pt x="1817" y="1"/>
                      <a:pt x="90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93"/>
              <p:cNvSpPr/>
              <p:nvPr/>
            </p:nvSpPr>
            <p:spPr>
              <a:xfrm>
                <a:off x="4888625" y="1264275"/>
                <a:ext cx="97800" cy="98300"/>
              </a:xfrm>
              <a:custGeom>
                <a:avLst/>
                <a:gdLst/>
                <a:ahLst/>
                <a:cxnLst/>
                <a:rect l="l" t="t" r="r" b="b"/>
                <a:pathLst>
                  <a:path w="3912" h="3932" extrusionOk="0">
                    <a:moveTo>
                      <a:pt x="1905" y="0"/>
                    </a:moveTo>
                    <a:cubicBezTo>
                      <a:pt x="1706" y="0"/>
                      <a:pt x="1505" y="34"/>
                      <a:pt x="1311" y="107"/>
                    </a:cubicBezTo>
                    <a:cubicBezTo>
                      <a:pt x="526" y="406"/>
                      <a:pt x="16" y="1165"/>
                      <a:pt x="16" y="1999"/>
                    </a:cubicBezTo>
                    <a:cubicBezTo>
                      <a:pt x="1" y="3177"/>
                      <a:pt x="1029" y="3931"/>
                      <a:pt x="2033" y="3931"/>
                    </a:cubicBezTo>
                    <a:cubicBezTo>
                      <a:pt x="2652" y="3931"/>
                      <a:pt x="3262" y="3645"/>
                      <a:pt x="3613" y="2995"/>
                    </a:cubicBezTo>
                    <a:cubicBezTo>
                      <a:pt x="3862" y="2522"/>
                      <a:pt x="3912" y="1962"/>
                      <a:pt x="3725" y="1452"/>
                    </a:cubicBezTo>
                    <a:cubicBezTo>
                      <a:pt x="3675" y="1240"/>
                      <a:pt x="3588" y="1041"/>
                      <a:pt x="3464" y="854"/>
                    </a:cubicBezTo>
                    <a:cubicBezTo>
                      <a:pt x="3116" y="328"/>
                      <a:pt x="2519" y="0"/>
                      <a:pt x="19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18" name="Google Shape;918;p93"/>
            <p:cNvSpPr/>
            <p:nvPr/>
          </p:nvSpPr>
          <p:spPr>
            <a:xfrm rot="9900113">
              <a:off x="415283" y="-371094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93"/>
            <p:cNvSpPr/>
            <p:nvPr/>
          </p:nvSpPr>
          <p:spPr>
            <a:xfrm rot="899887" flipH="1">
              <a:off x="10753" y="-129930"/>
              <a:ext cx="523650" cy="959644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0" name="Google Shape;920;p93"/>
          <p:cNvSpPr txBox="1">
            <a:spLocks noGrp="1"/>
          </p:cNvSpPr>
          <p:nvPr>
            <p:ph type="title"/>
          </p:nvPr>
        </p:nvSpPr>
        <p:spPr>
          <a:xfrm>
            <a:off x="724850" y="147082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1" name="Google Shape;921;p93"/>
          <p:cNvSpPr txBox="1">
            <a:spLocks noGrp="1"/>
          </p:cNvSpPr>
          <p:nvPr>
            <p:ph type="subTitle" idx="1"/>
          </p:nvPr>
        </p:nvSpPr>
        <p:spPr>
          <a:xfrm>
            <a:off x="724850" y="199852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2" name="Google Shape;922;p93"/>
          <p:cNvSpPr txBox="1">
            <a:spLocks noGrp="1"/>
          </p:cNvSpPr>
          <p:nvPr>
            <p:ph type="title" idx="2"/>
          </p:nvPr>
        </p:nvSpPr>
        <p:spPr>
          <a:xfrm>
            <a:off x="3424119" y="147082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3" name="Google Shape;923;p93"/>
          <p:cNvSpPr txBox="1">
            <a:spLocks noGrp="1"/>
          </p:cNvSpPr>
          <p:nvPr>
            <p:ph type="subTitle" idx="3"/>
          </p:nvPr>
        </p:nvSpPr>
        <p:spPr>
          <a:xfrm>
            <a:off x="3424121" y="199852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4" name="Google Shape;924;p93"/>
          <p:cNvSpPr txBox="1">
            <a:spLocks noGrp="1"/>
          </p:cNvSpPr>
          <p:nvPr>
            <p:ph type="title" idx="4"/>
          </p:nvPr>
        </p:nvSpPr>
        <p:spPr>
          <a:xfrm>
            <a:off x="724850" y="292267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5" name="Google Shape;925;p93"/>
          <p:cNvSpPr txBox="1">
            <a:spLocks noGrp="1"/>
          </p:cNvSpPr>
          <p:nvPr>
            <p:ph type="subTitle" idx="5"/>
          </p:nvPr>
        </p:nvSpPr>
        <p:spPr>
          <a:xfrm>
            <a:off x="724850" y="345037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6" name="Google Shape;926;p93"/>
          <p:cNvSpPr txBox="1">
            <a:spLocks noGrp="1"/>
          </p:cNvSpPr>
          <p:nvPr>
            <p:ph type="title" idx="6"/>
          </p:nvPr>
        </p:nvSpPr>
        <p:spPr>
          <a:xfrm>
            <a:off x="3424119" y="292267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7" name="Google Shape;927;p93"/>
          <p:cNvSpPr txBox="1">
            <a:spLocks noGrp="1"/>
          </p:cNvSpPr>
          <p:nvPr>
            <p:ph type="subTitle" idx="7"/>
          </p:nvPr>
        </p:nvSpPr>
        <p:spPr>
          <a:xfrm>
            <a:off x="3424121" y="345037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8" name="Google Shape;928;p93"/>
          <p:cNvSpPr txBox="1">
            <a:spLocks noGrp="1"/>
          </p:cNvSpPr>
          <p:nvPr>
            <p:ph type="title" idx="8"/>
          </p:nvPr>
        </p:nvSpPr>
        <p:spPr>
          <a:xfrm>
            <a:off x="6123395" y="147082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9" name="Google Shape;929;p93"/>
          <p:cNvSpPr txBox="1">
            <a:spLocks noGrp="1"/>
          </p:cNvSpPr>
          <p:nvPr>
            <p:ph type="subTitle" idx="9"/>
          </p:nvPr>
        </p:nvSpPr>
        <p:spPr>
          <a:xfrm>
            <a:off x="6123399" y="199852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0" name="Google Shape;930;p93"/>
          <p:cNvSpPr txBox="1">
            <a:spLocks noGrp="1"/>
          </p:cNvSpPr>
          <p:nvPr>
            <p:ph type="title" idx="13"/>
          </p:nvPr>
        </p:nvSpPr>
        <p:spPr>
          <a:xfrm>
            <a:off x="6123395" y="2922675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31" name="Google Shape;931;p93"/>
          <p:cNvSpPr txBox="1">
            <a:spLocks noGrp="1"/>
          </p:cNvSpPr>
          <p:nvPr>
            <p:ph type="subTitle" idx="14"/>
          </p:nvPr>
        </p:nvSpPr>
        <p:spPr>
          <a:xfrm>
            <a:off x="6123400" y="3450375"/>
            <a:ext cx="2305500" cy="8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2" name="Google Shape;932;p93"/>
          <p:cNvSpPr txBox="1">
            <a:spLocks noGrp="1"/>
          </p:cNvSpPr>
          <p:nvPr>
            <p:ph type="title" idx="15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4" name="Google Shape;934;p94"/>
          <p:cNvGrpSpPr/>
          <p:nvPr/>
        </p:nvGrpSpPr>
        <p:grpSpPr>
          <a:xfrm>
            <a:off x="352635" y="286725"/>
            <a:ext cx="1325937" cy="1526738"/>
            <a:chOff x="5655000" y="2294500"/>
            <a:chExt cx="749625" cy="863100"/>
          </a:xfrm>
        </p:grpSpPr>
        <p:sp>
          <p:nvSpPr>
            <p:cNvPr id="935" name="Google Shape;935;p94"/>
            <p:cNvSpPr/>
            <p:nvPr/>
          </p:nvSpPr>
          <p:spPr>
            <a:xfrm>
              <a:off x="5655000" y="2294500"/>
              <a:ext cx="698125" cy="721450"/>
            </a:xfrm>
            <a:custGeom>
              <a:avLst/>
              <a:gdLst/>
              <a:ahLst/>
              <a:cxnLst/>
              <a:rect l="l" t="t" r="r" b="b"/>
              <a:pathLst>
                <a:path w="27925" h="28858" extrusionOk="0">
                  <a:moveTo>
                    <a:pt x="12114" y="1"/>
                  </a:moveTo>
                  <a:cubicBezTo>
                    <a:pt x="11545" y="1"/>
                    <a:pt x="10972" y="179"/>
                    <a:pt x="10483" y="540"/>
                  </a:cubicBezTo>
                  <a:cubicBezTo>
                    <a:pt x="9387" y="1362"/>
                    <a:pt x="9300" y="2855"/>
                    <a:pt x="9151" y="4100"/>
                  </a:cubicBezTo>
                  <a:cubicBezTo>
                    <a:pt x="8890" y="6029"/>
                    <a:pt x="8914" y="7995"/>
                    <a:pt x="9213" y="9912"/>
                  </a:cubicBezTo>
                  <a:lnTo>
                    <a:pt x="9213" y="10161"/>
                  </a:lnTo>
                  <a:cubicBezTo>
                    <a:pt x="7483" y="9613"/>
                    <a:pt x="5741" y="9078"/>
                    <a:pt x="3986" y="8568"/>
                  </a:cubicBezTo>
                  <a:cubicBezTo>
                    <a:pt x="3791" y="8510"/>
                    <a:pt x="3593" y="8482"/>
                    <a:pt x="3396" y="8482"/>
                  </a:cubicBezTo>
                  <a:cubicBezTo>
                    <a:pt x="1658" y="8482"/>
                    <a:pt x="1" y="10603"/>
                    <a:pt x="1186" y="12202"/>
                  </a:cubicBezTo>
                  <a:cubicBezTo>
                    <a:pt x="2629" y="14143"/>
                    <a:pt x="4434" y="15525"/>
                    <a:pt x="6425" y="16732"/>
                  </a:cubicBezTo>
                  <a:cubicBezTo>
                    <a:pt x="5293" y="19831"/>
                    <a:pt x="4733" y="23117"/>
                    <a:pt x="4745" y="26415"/>
                  </a:cubicBezTo>
                  <a:cubicBezTo>
                    <a:pt x="4762" y="27895"/>
                    <a:pt x="5998" y="28858"/>
                    <a:pt x="7272" y="28858"/>
                  </a:cubicBezTo>
                  <a:cubicBezTo>
                    <a:pt x="7873" y="28858"/>
                    <a:pt x="8482" y="28644"/>
                    <a:pt x="8977" y="28169"/>
                  </a:cubicBezTo>
                  <a:cubicBezTo>
                    <a:pt x="11180" y="26066"/>
                    <a:pt x="13183" y="23764"/>
                    <a:pt x="14963" y="21300"/>
                  </a:cubicBezTo>
                  <a:cubicBezTo>
                    <a:pt x="17004" y="23054"/>
                    <a:pt x="19269" y="24560"/>
                    <a:pt x="21671" y="25780"/>
                  </a:cubicBezTo>
                  <a:cubicBezTo>
                    <a:pt x="22098" y="25994"/>
                    <a:pt x="22519" y="26089"/>
                    <a:pt x="22913" y="26089"/>
                  </a:cubicBezTo>
                  <a:cubicBezTo>
                    <a:pt x="24656" y="26089"/>
                    <a:pt x="25899" y="24221"/>
                    <a:pt x="25056" y="22395"/>
                  </a:cubicBezTo>
                  <a:cubicBezTo>
                    <a:pt x="24397" y="20914"/>
                    <a:pt x="23625" y="19495"/>
                    <a:pt x="22766" y="18113"/>
                  </a:cubicBezTo>
                  <a:cubicBezTo>
                    <a:pt x="22381" y="17504"/>
                    <a:pt x="21982" y="16894"/>
                    <a:pt x="21559" y="16309"/>
                  </a:cubicBezTo>
                  <a:cubicBezTo>
                    <a:pt x="21335" y="16010"/>
                    <a:pt x="21111" y="15711"/>
                    <a:pt x="20900" y="15425"/>
                  </a:cubicBezTo>
                  <a:lnTo>
                    <a:pt x="21211" y="15201"/>
                  </a:lnTo>
                  <a:lnTo>
                    <a:pt x="22555" y="14243"/>
                  </a:lnTo>
                  <a:lnTo>
                    <a:pt x="25716" y="12003"/>
                  </a:lnTo>
                  <a:cubicBezTo>
                    <a:pt x="27924" y="10437"/>
                    <a:pt x="26754" y="7446"/>
                    <a:pt x="24296" y="7446"/>
                  </a:cubicBezTo>
                  <a:cubicBezTo>
                    <a:pt x="24136" y="7446"/>
                    <a:pt x="23970" y="7458"/>
                    <a:pt x="23799" y="7485"/>
                  </a:cubicBezTo>
                  <a:lnTo>
                    <a:pt x="19605" y="8145"/>
                  </a:lnTo>
                  <a:cubicBezTo>
                    <a:pt x="19095" y="8219"/>
                    <a:pt x="17913" y="8170"/>
                    <a:pt x="17502" y="8468"/>
                  </a:cubicBezTo>
                  <a:cubicBezTo>
                    <a:pt x="16979" y="7149"/>
                    <a:pt x="16481" y="5805"/>
                    <a:pt x="15959" y="4486"/>
                  </a:cubicBezTo>
                  <a:cubicBezTo>
                    <a:pt x="15461" y="3229"/>
                    <a:pt x="15050" y="1760"/>
                    <a:pt x="14054" y="802"/>
                  </a:cubicBezTo>
                  <a:cubicBezTo>
                    <a:pt x="13518" y="272"/>
                    <a:pt x="12818" y="1"/>
                    <a:pt x="1211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94"/>
            <p:cNvSpPr/>
            <p:nvPr/>
          </p:nvSpPr>
          <p:spPr>
            <a:xfrm>
              <a:off x="6220725" y="2815575"/>
              <a:ext cx="140625" cy="155300"/>
            </a:xfrm>
            <a:custGeom>
              <a:avLst/>
              <a:gdLst/>
              <a:ahLst/>
              <a:cxnLst/>
              <a:rect l="l" t="t" r="r" b="b"/>
              <a:pathLst>
                <a:path w="5625" h="6212" extrusionOk="0">
                  <a:moveTo>
                    <a:pt x="3649" y="1"/>
                  </a:moveTo>
                  <a:cubicBezTo>
                    <a:pt x="2497" y="1"/>
                    <a:pt x="1339" y="672"/>
                    <a:pt x="772" y="1689"/>
                  </a:cubicBezTo>
                  <a:cubicBezTo>
                    <a:pt x="0" y="3095"/>
                    <a:pt x="336" y="4912"/>
                    <a:pt x="1419" y="6057"/>
                  </a:cubicBezTo>
                  <a:cubicBezTo>
                    <a:pt x="1520" y="6165"/>
                    <a:pt x="1646" y="6211"/>
                    <a:pt x="1772" y="6211"/>
                  </a:cubicBezTo>
                  <a:cubicBezTo>
                    <a:pt x="2097" y="6211"/>
                    <a:pt x="2419" y="5902"/>
                    <a:pt x="2303" y="5534"/>
                  </a:cubicBezTo>
                  <a:cubicBezTo>
                    <a:pt x="2042" y="4688"/>
                    <a:pt x="1755" y="3667"/>
                    <a:pt x="2216" y="2821"/>
                  </a:cubicBezTo>
                  <a:cubicBezTo>
                    <a:pt x="2524" y="2264"/>
                    <a:pt x="3040" y="1937"/>
                    <a:pt x="3623" y="1937"/>
                  </a:cubicBezTo>
                  <a:cubicBezTo>
                    <a:pt x="3768" y="1937"/>
                    <a:pt x="3918" y="1957"/>
                    <a:pt x="4070" y="2000"/>
                  </a:cubicBezTo>
                  <a:cubicBezTo>
                    <a:pt x="4176" y="2031"/>
                    <a:pt x="4275" y="2045"/>
                    <a:pt x="4369" y="2045"/>
                  </a:cubicBezTo>
                  <a:cubicBezTo>
                    <a:pt x="5334" y="2045"/>
                    <a:pt x="5624" y="532"/>
                    <a:pt x="4580" y="158"/>
                  </a:cubicBezTo>
                  <a:cubicBezTo>
                    <a:pt x="4279" y="51"/>
                    <a:pt x="3964" y="1"/>
                    <a:pt x="36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94"/>
            <p:cNvSpPr/>
            <p:nvPr/>
          </p:nvSpPr>
          <p:spPr>
            <a:xfrm>
              <a:off x="6227475" y="2892450"/>
              <a:ext cx="177150" cy="191725"/>
            </a:xfrm>
            <a:custGeom>
              <a:avLst/>
              <a:gdLst/>
              <a:ahLst/>
              <a:cxnLst/>
              <a:rect l="l" t="t" r="r" b="b"/>
              <a:pathLst>
                <a:path w="7086" h="7669" extrusionOk="0">
                  <a:moveTo>
                    <a:pt x="4531" y="1"/>
                  </a:moveTo>
                  <a:cubicBezTo>
                    <a:pt x="3801" y="1"/>
                    <a:pt x="3107" y="692"/>
                    <a:pt x="3613" y="1489"/>
                  </a:cubicBezTo>
                  <a:cubicBezTo>
                    <a:pt x="4236" y="2484"/>
                    <a:pt x="4547" y="3405"/>
                    <a:pt x="3887" y="4500"/>
                  </a:cubicBezTo>
                  <a:cubicBezTo>
                    <a:pt x="3572" y="5030"/>
                    <a:pt x="2333" y="6216"/>
                    <a:pt x="1429" y="6216"/>
                  </a:cubicBezTo>
                  <a:cubicBezTo>
                    <a:pt x="1227" y="6216"/>
                    <a:pt x="1042" y="6157"/>
                    <a:pt x="888" y="6019"/>
                  </a:cubicBezTo>
                  <a:cubicBezTo>
                    <a:pt x="776" y="5920"/>
                    <a:pt x="654" y="5878"/>
                    <a:pt x="540" y="5878"/>
                  </a:cubicBezTo>
                  <a:cubicBezTo>
                    <a:pt x="248" y="5878"/>
                    <a:pt x="0" y="6156"/>
                    <a:pt x="54" y="6504"/>
                  </a:cubicBezTo>
                  <a:cubicBezTo>
                    <a:pt x="186" y="7365"/>
                    <a:pt x="775" y="7668"/>
                    <a:pt x="1506" y="7668"/>
                  </a:cubicBezTo>
                  <a:cubicBezTo>
                    <a:pt x="2699" y="7668"/>
                    <a:pt x="4272" y="6859"/>
                    <a:pt x="4858" y="6342"/>
                  </a:cubicBezTo>
                  <a:cubicBezTo>
                    <a:pt x="6501" y="4899"/>
                    <a:pt x="7086" y="1775"/>
                    <a:pt x="5219" y="244"/>
                  </a:cubicBezTo>
                  <a:cubicBezTo>
                    <a:pt x="5013" y="75"/>
                    <a:pt x="4770" y="1"/>
                    <a:pt x="45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94"/>
            <p:cNvSpPr/>
            <p:nvPr/>
          </p:nvSpPr>
          <p:spPr>
            <a:xfrm>
              <a:off x="5979725" y="3001125"/>
              <a:ext cx="200275" cy="156475"/>
            </a:xfrm>
            <a:custGeom>
              <a:avLst/>
              <a:gdLst/>
              <a:ahLst/>
              <a:cxnLst/>
              <a:rect l="l" t="t" r="r" b="b"/>
              <a:pathLst>
                <a:path w="8011" h="6259" extrusionOk="0">
                  <a:moveTo>
                    <a:pt x="6010" y="0"/>
                  </a:moveTo>
                  <a:cubicBezTo>
                    <a:pt x="5562" y="0"/>
                    <a:pt x="5093" y="364"/>
                    <a:pt x="5110" y="850"/>
                  </a:cubicBezTo>
                  <a:cubicBezTo>
                    <a:pt x="5172" y="2107"/>
                    <a:pt x="5484" y="3352"/>
                    <a:pt x="4177" y="4148"/>
                  </a:cubicBezTo>
                  <a:cubicBezTo>
                    <a:pt x="3804" y="4373"/>
                    <a:pt x="3390" y="4466"/>
                    <a:pt x="2966" y="4466"/>
                  </a:cubicBezTo>
                  <a:cubicBezTo>
                    <a:pt x="2144" y="4466"/>
                    <a:pt x="1287" y="4115"/>
                    <a:pt x="630" y="3688"/>
                  </a:cubicBezTo>
                  <a:cubicBezTo>
                    <a:pt x="569" y="3655"/>
                    <a:pt x="506" y="3640"/>
                    <a:pt x="445" y="3640"/>
                  </a:cubicBezTo>
                  <a:cubicBezTo>
                    <a:pt x="207" y="3640"/>
                    <a:pt x="0" y="3866"/>
                    <a:pt x="70" y="4123"/>
                  </a:cubicBezTo>
                  <a:cubicBezTo>
                    <a:pt x="548" y="5508"/>
                    <a:pt x="1901" y="6259"/>
                    <a:pt x="3287" y="6259"/>
                  </a:cubicBezTo>
                  <a:cubicBezTo>
                    <a:pt x="3919" y="6259"/>
                    <a:pt x="4557" y="6102"/>
                    <a:pt x="5123" y="5779"/>
                  </a:cubicBezTo>
                  <a:cubicBezTo>
                    <a:pt x="6878" y="4783"/>
                    <a:pt x="8010" y="1921"/>
                    <a:pt x="6566" y="253"/>
                  </a:cubicBezTo>
                  <a:cubicBezTo>
                    <a:pt x="6418" y="77"/>
                    <a:pt x="6216" y="0"/>
                    <a:pt x="60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94"/>
            <p:cNvSpPr/>
            <p:nvPr/>
          </p:nvSpPr>
          <p:spPr>
            <a:xfrm>
              <a:off x="5998575" y="2897775"/>
              <a:ext cx="207975" cy="144850"/>
            </a:xfrm>
            <a:custGeom>
              <a:avLst/>
              <a:gdLst/>
              <a:ahLst/>
              <a:cxnLst/>
              <a:rect l="l" t="t" r="r" b="b"/>
              <a:pathLst>
                <a:path w="8319" h="5794" extrusionOk="0">
                  <a:moveTo>
                    <a:pt x="4391" y="0"/>
                  </a:moveTo>
                  <a:cubicBezTo>
                    <a:pt x="3719" y="0"/>
                    <a:pt x="3044" y="177"/>
                    <a:pt x="2427" y="566"/>
                  </a:cubicBezTo>
                  <a:cubicBezTo>
                    <a:pt x="834" y="1574"/>
                    <a:pt x="0" y="4126"/>
                    <a:pt x="1332" y="5656"/>
                  </a:cubicBezTo>
                  <a:cubicBezTo>
                    <a:pt x="1415" y="5751"/>
                    <a:pt x="1532" y="5794"/>
                    <a:pt x="1652" y="5794"/>
                  </a:cubicBezTo>
                  <a:cubicBezTo>
                    <a:pt x="1909" y="5794"/>
                    <a:pt x="2179" y="5600"/>
                    <a:pt x="2153" y="5320"/>
                  </a:cubicBezTo>
                  <a:cubicBezTo>
                    <a:pt x="2041" y="4126"/>
                    <a:pt x="2054" y="2881"/>
                    <a:pt x="3149" y="2097"/>
                  </a:cubicBezTo>
                  <a:cubicBezTo>
                    <a:pt x="3514" y="1834"/>
                    <a:pt x="3943" y="1715"/>
                    <a:pt x="4374" y="1715"/>
                  </a:cubicBezTo>
                  <a:cubicBezTo>
                    <a:pt x="5149" y="1715"/>
                    <a:pt x="5933" y="2100"/>
                    <a:pt x="6372" y="2732"/>
                  </a:cubicBezTo>
                  <a:cubicBezTo>
                    <a:pt x="6563" y="3005"/>
                    <a:pt x="6833" y="3118"/>
                    <a:pt x="7099" y="3118"/>
                  </a:cubicBezTo>
                  <a:cubicBezTo>
                    <a:pt x="7718" y="3118"/>
                    <a:pt x="8319" y="2505"/>
                    <a:pt x="7866" y="1860"/>
                  </a:cubicBezTo>
                  <a:cubicBezTo>
                    <a:pt x="7068" y="714"/>
                    <a:pt x="5738" y="0"/>
                    <a:pt x="43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94"/>
            <p:cNvSpPr/>
            <p:nvPr/>
          </p:nvSpPr>
          <p:spPr>
            <a:xfrm>
              <a:off x="6029300" y="2796125"/>
              <a:ext cx="186500" cy="85725"/>
            </a:xfrm>
            <a:custGeom>
              <a:avLst/>
              <a:gdLst/>
              <a:ahLst/>
              <a:cxnLst/>
              <a:rect l="l" t="t" r="r" b="b"/>
              <a:pathLst>
                <a:path w="7460" h="3429" extrusionOk="0">
                  <a:moveTo>
                    <a:pt x="631" y="1"/>
                  </a:moveTo>
                  <a:cubicBezTo>
                    <a:pt x="314" y="1"/>
                    <a:pt x="1" y="278"/>
                    <a:pt x="91" y="662"/>
                  </a:cubicBezTo>
                  <a:cubicBezTo>
                    <a:pt x="479" y="2487"/>
                    <a:pt x="2100" y="3429"/>
                    <a:pt x="3735" y="3429"/>
                  </a:cubicBezTo>
                  <a:cubicBezTo>
                    <a:pt x="5089" y="3429"/>
                    <a:pt x="6453" y="2783"/>
                    <a:pt x="7135" y="1459"/>
                  </a:cubicBezTo>
                  <a:cubicBezTo>
                    <a:pt x="7459" y="828"/>
                    <a:pt x="6899" y="79"/>
                    <a:pt x="6314" y="79"/>
                  </a:cubicBezTo>
                  <a:cubicBezTo>
                    <a:pt x="6115" y="79"/>
                    <a:pt x="5912" y="167"/>
                    <a:pt x="5741" y="376"/>
                  </a:cubicBezTo>
                  <a:cubicBezTo>
                    <a:pt x="5047" y="1229"/>
                    <a:pt x="4227" y="1667"/>
                    <a:pt x="3413" y="1667"/>
                  </a:cubicBezTo>
                  <a:cubicBezTo>
                    <a:pt x="2577" y="1667"/>
                    <a:pt x="1749" y="1204"/>
                    <a:pt x="1074" y="251"/>
                  </a:cubicBezTo>
                  <a:cubicBezTo>
                    <a:pt x="963" y="76"/>
                    <a:pt x="796" y="1"/>
                    <a:pt x="6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94"/>
            <p:cNvSpPr/>
            <p:nvPr/>
          </p:nvSpPr>
          <p:spPr>
            <a:xfrm>
              <a:off x="5866025" y="2863275"/>
              <a:ext cx="132450" cy="182550"/>
            </a:xfrm>
            <a:custGeom>
              <a:avLst/>
              <a:gdLst/>
              <a:ahLst/>
              <a:cxnLst/>
              <a:rect l="l" t="t" r="r" b="b"/>
              <a:pathLst>
                <a:path w="5298" h="7302" extrusionOk="0">
                  <a:moveTo>
                    <a:pt x="3797" y="1"/>
                  </a:moveTo>
                  <a:cubicBezTo>
                    <a:pt x="3739" y="1"/>
                    <a:pt x="3681" y="6"/>
                    <a:pt x="3622" y="17"/>
                  </a:cubicBezTo>
                  <a:cubicBezTo>
                    <a:pt x="312" y="639"/>
                    <a:pt x="1" y="5929"/>
                    <a:pt x="2950" y="7236"/>
                  </a:cubicBezTo>
                  <a:cubicBezTo>
                    <a:pt x="3054" y="7281"/>
                    <a:pt x="3155" y="7302"/>
                    <a:pt x="3250" y="7302"/>
                  </a:cubicBezTo>
                  <a:cubicBezTo>
                    <a:pt x="3747" y="7302"/>
                    <a:pt x="4073" y="6735"/>
                    <a:pt x="3697" y="6265"/>
                  </a:cubicBezTo>
                  <a:cubicBezTo>
                    <a:pt x="3075" y="5481"/>
                    <a:pt x="2602" y="4597"/>
                    <a:pt x="2851" y="3577"/>
                  </a:cubicBezTo>
                  <a:cubicBezTo>
                    <a:pt x="3099" y="2593"/>
                    <a:pt x="3859" y="2208"/>
                    <a:pt x="4556" y="1610"/>
                  </a:cubicBezTo>
                  <a:cubicBezTo>
                    <a:pt x="5298" y="984"/>
                    <a:pt x="4592" y="1"/>
                    <a:pt x="3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94"/>
            <p:cNvSpPr/>
            <p:nvPr/>
          </p:nvSpPr>
          <p:spPr>
            <a:xfrm>
              <a:off x="5851725" y="2689525"/>
              <a:ext cx="239000" cy="133175"/>
            </a:xfrm>
            <a:custGeom>
              <a:avLst/>
              <a:gdLst/>
              <a:ahLst/>
              <a:cxnLst/>
              <a:rect l="l" t="t" r="r" b="b"/>
              <a:pathLst>
                <a:path w="9560" h="5327" extrusionOk="0">
                  <a:moveTo>
                    <a:pt x="4909" y="1"/>
                  </a:moveTo>
                  <a:cubicBezTo>
                    <a:pt x="3979" y="1"/>
                    <a:pt x="3067" y="213"/>
                    <a:pt x="2253" y="744"/>
                  </a:cubicBezTo>
                  <a:cubicBezTo>
                    <a:pt x="809" y="1690"/>
                    <a:pt x="0" y="3433"/>
                    <a:pt x="709" y="5063"/>
                  </a:cubicBezTo>
                  <a:cubicBezTo>
                    <a:pt x="793" y="5248"/>
                    <a:pt x="951" y="5326"/>
                    <a:pt x="1118" y="5326"/>
                  </a:cubicBezTo>
                  <a:cubicBezTo>
                    <a:pt x="1400" y="5326"/>
                    <a:pt x="1705" y="5102"/>
                    <a:pt x="1705" y="4789"/>
                  </a:cubicBezTo>
                  <a:cubicBezTo>
                    <a:pt x="1655" y="3482"/>
                    <a:pt x="2514" y="2312"/>
                    <a:pt x="3783" y="1964"/>
                  </a:cubicBezTo>
                  <a:cubicBezTo>
                    <a:pt x="4127" y="1860"/>
                    <a:pt x="4473" y="1815"/>
                    <a:pt x="4819" y="1815"/>
                  </a:cubicBezTo>
                  <a:cubicBezTo>
                    <a:pt x="5916" y="1815"/>
                    <a:pt x="7012" y="2261"/>
                    <a:pt x="8015" y="2649"/>
                  </a:cubicBezTo>
                  <a:cubicBezTo>
                    <a:pt x="8116" y="2689"/>
                    <a:pt x="8215" y="2708"/>
                    <a:pt x="8308" y="2708"/>
                  </a:cubicBezTo>
                  <a:cubicBezTo>
                    <a:pt x="9100" y="2708"/>
                    <a:pt x="9559" y="1381"/>
                    <a:pt x="8724" y="981"/>
                  </a:cubicBezTo>
                  <a:cubicBezTo>
                    <a:pt x="7572" y="427"/>
                    <a:pt x="6224" y="1"/>
                    <a:pt x="49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94"/>
            <p:cNvSpPr/>
            <p:nvPr/>
          </p:nvSpPr>
          <p:spPr>
            <a:xfrm>
              <a:off x="6106050" y="2649400"/>
              <a:ext cx="207775" cy="112125"/>
            </a:xfrm>
            <a:custGeom>
              <a:avLst/>
              <a:gdLst/>
              <a:ahLst/>
              <a:cxnLst/>
              <a:rect l="l" t="t" r="r" b="b"/>
              <a:pathLst>
                <a:path w="8311" h="4485" extrusionOk="0">
                  <a:moveTo>
                    <a:pt x="3946" y="0"/>
                  </a:moveTo>
                  <a:cubicBezTo>
                    <a:pt x="2117" y="0"/>
                    <a:pt x="339" y="1052"/>
                    <a:pt x="45" y="3270"/>
                  </a:cubicBezTo>
                  <a:cubicBezTo>
                    <a:pt x="0" y="3626"/>
                    <a:pt x="287" y="3805"/>
                    <a:pt x="584" y="3805"/>
                  </a:cubicBezTo>
                  <a:cubicBezTo>
                    <a:pt x="786" y="3805"/>
                    <a:pt x="992" y="3723"/>
                    <a:pt x="1103" y="3557"/>
                  </a:cubicBezTo>
                  <a:cubicBezTo>
                    <a:pt x="1720" y="2625"/>
                    <a:pt x="2599" y="1802"/>
                    <a:pt x="3769" y="1802"/>
                  </a:cubicBezTo>
                  <a:cubicBezTo>
                    <a:pt x="3850" y="1802"/>
                    <a:pt x="3932" y="1806"/>
                    <a:pt x="4015" y="1814"/>
                  </a:cubicBezTo>
                  <a:cubicBezTo>
                    <a:pt x="5334" y="1926"/>
                    <a:pt x="5857" y="2959"/>
                    <a:pt x="6367" y="4005"/>
                  </a:cubicBezTo>
                  <a:cubicBezTo>
                    <a:pt x="6531" y="4336"/>
                    <a:pt x="6865" y="4484"/>
                    <a:pt x="7206" y="4484"/>
                  </a:cubicBezTo>
                  <a:cubicBezTo>
                    <a:pt x="7749" y="4484"/>
                    <a:pt x="8310" y="4110"/>
                    <a:pt x="8234" y="3507"/>
                  </a:cubicBezTo>
                  <a:cubicBezTo>
                    <a:pt x="7937" y="1217"/>
                    <a:pt x="5913" y="0"/>
                    <a:pt x="39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94"/>
            <p:cNvSpPr/>
            <p:nvPr/>
          </p:nvSpPr>
          <p:spPr>
            <a:xfrm>
              <a:off x="5985875" y="2547500"/>
              <a:ext cx="196600" cy="119575"/>
            </a:xfrm>
            <a:custGeom>
              <a:avLst/>
              <a:gdLst/>
              <a:ahLst/>
              <a:cxnLst/>
              <a:rect l="l" t="t" r="r" b="b"/>
              <a:pathLst>
                <a:path w="7864" h="4783" extrusionOk="0">
                  <a:moveTo>
                    <a:pt x="6676" y="0"/>
                  </a:moveTo>
                  <a:cubicBezTo>
                    <a:pt x="6385" y="0"/>
                    <a:pt x="6110" y="143"/>
                    <a:pt x="5959" y="489"/>
                  </a:cubicBezTo>
                  <a:cubicBezTo>
                    <a:pt x="5511" y="1484"/>
                    <a:pt x="5213" y="2480"/>
                    <a:pt x="4043" y="2841"/>
                  </a:cubicBezTo>
                  <a:cubicBezTo>
                    <a:pt x="3801" y="2916"/>
                    <a:pt x="3561" y="2951"/>
                    <a:pt x="3325" y="2951"/>
                  </a:cubicBezTo>
                  <a:cubicBezTo>
                    <a:pt x="2432" y="2951"/>
                    <a:pt x="1601" y="2455"/>
                    <a:pt x="981" y="1796"/>
                  </a:cubicBezTo>
                  <a:cubicBezTo>
                    <a:pt x="888" y="1699"/>
                    <a:pt x="767" y="1657"/>
                    <a:pt x="645" y="1657"/>
                  </a:cubicBezTo>
                  <a:cubicBezTo>
                    <a:pt x="327" y="1657"/>
                    <a:pt x="0" y="1943"/>
                    <a:pt x="135" y="2293"/>
                  </a:cubicBezTo>
                  <a:cubicBezTo>
                    <a:pt x="706" y="3805"/>
                    <a:pt x="2143" y="4782"/>
                    <a:pt x="3730" y="4782"/>
                  </a:cubicBezTo>
                  <a:cubicBezTo>
                    <a:pt x="3908" y="4782"/>
                    <a:pt x="4087" y="4770"/>
                    <a:pt x="4267" y="4745"/>
                  </a:cubicBezTo>
                  <a:cubicBezTo>
                    <a:pt x="6022" y="4496"/>
                    <a:pt x="7864" y="2853"/>
                    <a:pt x="7764" y="974"/>
                  </a:cubicBezTo>
                  <a:cubicBezTo>
                    <a:pt x="7733" y="430"/>
                    <a:pt x="7180" y="0"/>
                    <a:pt x="66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45" name="Google Shape;945;p94"/>
          <p:cNvSpPr txBox="1">
            <a:spLocks noGrp="1"/>
          </p:cNvSpPr>
          <p:nvPr>
            <p:ph type="title" hasCustomPrompt="1"/>
          </p:nvPr>
        </p:nvSpPr>
        <p:spPr>
          <a:xfrm>
            <a:off x="1284000" y="540000"/>
            <a:ext cx="657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46" name="Google Shape;946;p94"/>
          <p:cNvSpPr txBox="1">
            <a:spLocks noGrp="1"/>
          </p:cNvSpPr>
          <p:nvPr>
            <p:ph type="subTitle" idx="1"/>
          </p:nvPr>
        </p:nvSpPr>
        <p:spPr>
          <a:xfrm>
            <a:off x="1284000" y="136830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7" name="Google Shape;947;p94"/>
          <p:cNvSpPr txBox="1">
            <a:spLocks noGrp="1"/>
          </p:cNvSpPr>
          <p:nvPr>
            <p:ph type="title" idx="2" hasCustomPrompt="1"/>
          </p:nvPr>
        </p:nvSpPr>
        <p:spPr>
          <a:xfrm>
            <a:off x="1284000" y="1935000"/>
            <a:ext cx="657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48" name="Google Shape;948;p94"/>
          <p:cNvSpPr txBox="1">
            <a:spLocks noGrp="1"/>
          </p:cNvSpPr>
          <p:nvPr>
            <p:ph type="subTitle" idx="3"/>
          </p:nvPr>
        </p:nvSpPr>
        <p:spPr>
          <a:xfrm>
            <a:off x="1284000" y="276330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9" name="Google Shape;949;p94"/>
          <p:cNvSpPr txBox="1">
            <a:spLocks noGrp="1"/>
          </p:cNvSpPr>
          <p:nvPr>
            <p:ph type="title" idx="4" hasCustomPrompt="1"/>
          </p:nvPr>
        </p:nvSpPr>
        <p:spPr>
          <a:xfrm>
            <a:off x="1284000" y="3330013"/>
            <a:ext cx="65760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50" name="Google Shape;950;p94"/>
          <p:cNvSpPr txBox="1">
            <a:spLocks noGrp="1"/>
          </p:cNvSpPr>
          <p:nvPr>
            <p:ph type="subTitle" idx="5"/>
          </p:nvPr>
        </p:nvSpPr>
        <p:spPr>
          <a:xfrm>
            <a:off x="1284000" y="4158325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BLANK_1_1_1_1_1_1_3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" name="Google Shape;952;p95"/>
          <p:cNvGrpSpPr/>
          <p:nvPr/>
        </p:nvGrpSpPr>
        <p:grpSpPr>
          <a:xfrm>
            <a:off x="-101030" y="-934618"/>
            <a:ext cx="8991583" cy="2164761"/>
            <a:chOff x="-101030" y="-934618"/>
            <a:chExt cx="8991583" cy="2164761"/>
          </a:xfrm>
        </p:grpSpPr>
        <p:sp>
          <p:nvSpPr>
            <p:cNvPr id="953" name="Google Shape;953;p95"/>
            <p:cNvSpPr/>
            <p:nvPr/>
          </p:nvSpPr>
          <p:spPr>
            <a:xfrm rot="9900054">
              <a:off x="762116" y="-849242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95"/>
            <p:cNvSpPr/>
            <p:nvPr/>
          </p:nvSpPr>
          <p:spPr>
            <a:xfrm rot="899946" flipH="1">
              <a:off x="90366" y="-448792"/>
              <a:ext cx="869560" cy="1593558"/>
            </a:xfrm>
            <a:custGeom>
              <a:avLst/>
              <a:gdLst/>
              <a:ahLst/>
              <a:cxnLst/>
              <a:rect l="l" t="t" r="r" b="b"/>
              <a:pathLst>
                <a:path w="13716" h="25136" extrusionOk="0">
                  <a:moveTo>
                    <a:pt x="9720" y="1"/>
                  </a:moveTo>
                  <a:cubicBezTo>
                    <a:pt x="9614" y="1"/>
                    <a:pt x="9501" y="16"/>
                    <a:pt x="9385" y="51"/>
                  </a:cubicBezTo>
                  <a:cubicBezTo>
                    <a:pt x="7817" y="486"/>
                    <a:pt x="6360" y="1208"/>
                    <a:pt x="5066" y="2191"/>
                  </a:cubicBezTo>
                  <a:cubicBezTo>
                    <a:pt x="3822" y="3125"/>
                    <a:pt x="2938" y="4780"/>
                    <a:pt x="4170" y="6149"/>
                  </a:cubicBezTo>
                  <a:cubicBezTo>
                    <a:pt x="5228" y="7306"/>
                    <a:pt x="7182" y="7456"/>
                    <a:pt x="8613" y="7817"/>
                  </a:cubicBezTo>
                  <a:cubicBezTo>
                    <a:pt x="8700" y="7829"/>
                    <a:pt x="9783" y="8165"/>
                    <a:pt x="10256" y="8314"/>
                  </a:cubicBezTo>
                  <a:lnTo>
                    <a:pt x="10243" y="8377"/>
                  </a:lnTo>
                  <a:cubicBezTo>
                    <a:pt x="10032" y="8538"/>
                    <a:pt x="9858" y="8800"/>
                    <a:pt x="9658" y="8999"/>
                  </a:cubicBezTo>
                  <a:cubicBezTo>
                    <a:pt x="7617" y="10965"/>
                    <a:pt x="4842" y="11948"/>
                    <a:pt x="2689" y="13815"/>
                  </a:cubicBezTo>
                  <a:cubicBezTo>
                    <a:pt x="2104" y="14326"/>
                    <a:pt x="1532" y="14910"/>
                    <a:pt x="1357" y="15682"/>
                  </a:cubicBezTo>
                  <a:cubicBezTo>
                    <a:pt x="1133" y="16665"/>
                    <a:pt x="1644" y="17586"/>
                    <a:pt x="2477" y="18097"/>
                  </a:cubicBezTo>
                  <a:cubicBezTo>
                    <a:pt x="3199" y="18545"/>
                    <a:pt x="4033" y="18706"/>
                    <a:pt x="4830" y="18905"/>
                  </a:cubicBezTo>
                  <a:cubicBezTo>
                    <a:pt x="5141" y="18955"/>
                    <a:pt x="5439" y="19055"/>
                    <a:pt x="5726" y="19167"/>
                  </a:cubicBezTo>
                  <a:cubicBezTo>
                    <a:pt x="5228" y="19714"/>
                    <a:pt x="4481" y="20200"/>
                    <a:pt x="3971" y="20548"/>
                  </a:cubicBezTo>
                  <a:cubicBezTo>
                    <a:pt x="3037" y="21208"/>
                    <a:pt x="2017" y="21768"/>
                    <a:pt x="971" y="22216"/>
                  </a:cubicBezTo>
                  <a:cubicBezTo>
                    <a:pt x="187" y="22552"/>
                    <a:pt x="1" y="23709"/>
                    <a:pt x="399" y="24382"/>
                  </a:cubicBezTo>
                  <a:cubicBezTo>
                    <a:pt x="699" y="24909"/>
                    <a:pt x="1196" y="25135"/>
                    <a:pt x="1722" y="25135"/>
                  </a:cubicBezTo>
                  <a:cubicBezTo>
                    <a:pt x="2003" y="25135"/>
                    <a:pt x="2292" y="25071"/>
                    <a:pt x="2564" y="24954"/>
                  </a:cubicBezTo>
                  <a:cubicBezTo>
                    <a:pt x="3846" y="24394"/>
                    <a:pt x="5066" y="23685"/>
                    <a:pt x="6174" y="22838"/>
                  </a:cubicBezTo>
                  <a:cubicBezTo>
                    <a:pt x="7132" y="22116"/>
                    <a:pt x="8327" y="21258"/>
                    <a:pt x="8874" y="20150"/>
                  </a:cubicBezTo>
                  <a:cubicBezTo>
                    <a:pt x="9546" y="18781"/>
                    <a:pt x="8650" y="17288"/>
                    <a:pt x="7468" y="16541"/>
                  </a:cubicBezTo>
                  <a:cubicBezTo>
                    <a:pt x="6796" y="16118"/>
                    <a:pt x="5987" y="16006"/>
                    <a:pt x="5228" y="15807"/>
                  </a:cubicBezTo>
                  <a:cubicBezTo>
                    <a:pt x="5265" y="15769"/>
                    <a:pt x="5303" y="15744"/>
                    <a:pt x="5352" y="15707"/>
                  </a:cubicBezTo>
                  <a:cubicBezTo>
                    <a:pt x="5788" y="15371"/>
                    <a:pt x="6248" y="15085"/>
                    <a:pt x="6709" y="14786"/>
                  </a:cubicBezTo>
                  <a:cubicBezTo>
                    <a:pt x="7605" y="14226"/>
                    <a:pt x="8526" y="13716"/>
                    <a:pt x="9422" y="13143"/>
                  </a:cubicBezTo>
                  <a:cubicBezTo>
                    <a:pt x="11152" y="11986"/>
                    <a:pt x="13716" y="10243"/>
                    <a:pt x="13504" y="7879"/>
                  </a:cubicBezTo>
                  <a:cubicBezTo>
                    <a:pt x="13268" y="5303"/>
                    <a:pt x="10144" y="4954"/>
                    <a:pt x="8177" y="4469"/>
                  </a:cubicBezTo>
                  <a:lnTo>
                    <a:pt x="7281" y="4245"/>
                  </a:lnTo>
                  <a:lnTo>
                    <a:pt x="7356" y="4182"/>
                  </a:lnTo>
                  <a:cubicBezTo>
                    <a:pt x="8289" y="3448"/>
                    <a:pt x="9260" y="2776"/>
                    <a:pt x="10281" y="2166"/>
                  </a:cubicBezTo>
                  <a:cubicBezTo>
                    <a:pt x="11299" y="1567"/>
                    <a:pt x="10785" y="1"/>
                    <a:pt x="97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5" name="Google Shape;955;p95"/>
            <p:cNvGrpSpPr/>
            <p:nvPr/>
          </p:nvGrpSpPr>
          <p:grpSpPr>
            <a:xfrm>
              <a:off x="8155940" y="215159"/>
              <a:ext cx="734613" cy="790147"/>
              <a:chOff x="6882175" y="2207400"/>
              <a:chExt cx="465475" cy="500600"/>
            </a:xfrm>
          </p:grpSpPr>
          <p:sp>
            <p:nvSpPr>
              <p:cNvPr id="956" name="Google Shape;956;p95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95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95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59" name="Google Shape;959;p95"/>
          <p:cNvSpPr txBox="1">
            <a:spLocks noGrp="1"/>
          </p:cNvSpPr>
          <p:nvPr>
            <p:ph type="title" hasCustomPrompt="1"/>
          </p:nvPr>
        </p:nvSpPr>
        <p:spPr>
          <a:xfrm>
            <a:off x="906650" y="3197730"/>
            <a:ext cx="2166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24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60" name="Google Shape;960;p95"/>
          <p:cNvSpPr txBox="1">
            <a:spLocks noGrp="1"/>
          </p:cNvSpPr>
          <p:nvPr>
            <p:ph type="subTitle" idx="1"/>
          </p:nvPr>
        </p:nvSpPr>
        <p:spPr>
          <a:xfrm>
            <a:off x="906675" y="3770425"/>
            <a:ext cx="2166600" cy="6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1" name="Google Shape;961;p95"/>
          <p:cNvSpPr txBox="1">
            <a:spLocks noGrp="1"/>
          </p:cNvSpPr>
          <p:nvPr>
            <p:ph type="title" idx="2" hasCustomPrompt="1"/>
          </p:nvPr>
        </p:nvSpPr>
        <p:spPr>
          <a:xfrm>
            <a:off x="3488700" y="3197730"/>
            <a:ext cx="2166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24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62" name="Google Shape;962;p95"/>
          <p:cNvSpPr txBox="1">
            <a:spLocks noGrp="1"/>
          </p:cNvSpPr>
          <p:nvPr>
            <p:ph type="subTitle" idx="3"/>
          </p:nvPr>
        </p:nvSpPr>
        <p:spPr>
          <a:xfrm>
            <a:off x="3488700" y="3770425"/>
            <a:ext cx="2166600" cy="6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3" name="Google Shape;963;p95"/>
          <p:cNvSpPr txBox="1">
            <a:spLocks noGrp="1"/>
          </p:cNvSpPr>
          <p:nvPr>
            <p:ph type="title" idx="4" hasCustomPrompt="1"/>
          </p:nvPr>
        </p:nvSpPr>
        <p:spPr>
          <a:xfrm>
            <a:off x="6070750" y="3197713"/>
            <a:ext cx="2166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24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64" name="Google Shape;964;p95"/>
          <p:cNvSpPr txBox="1">
            <a:spLocks noGrp="1"/>
          </p:cNvSpPr>
          <p:nvPr>
            <p:ph type="subTitle" idx="5"/>
          </p:nvPr>
        </p:nvSpPr>
        <p:spPr>
          <a:xfrm>
            <a:off x="6070750" y="3770425"/>
            <a:ext cx="2166600" cy="6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5" name="Google Shape;965;p95"/>
          <p:cNvSpPr txBox="1">
            <a:spLocks noGrp="1"/>
          </p:cNvSpPr>
          <p:nvPr>
            <p:ph type="title" idx="6"/>
          </p:nvPr>
        </p:nvSpPr>
        <p:spPr>
          <a:xfrm>
            <a:off x="715100" y="535000"/>
            <a:ext cx="7713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7" name="Google Shape;967;p96"/>
          <p:cNvGrpSpPr/>
          <p:nvPr/>
        </p:nvGrpSpPr>
        <p:grpSpPr>
          <a:xfrm>
            <a:off x="362675" y="3720276"/>
            <a:ext cx="8400087" cy="1162798"/>
            <a:chOff x="362675" y="3720276"/>
            <a:chExt cx="8400087" cy="1162798"/>
          </a:xfrm>
        </p:grpSpPr>
        <p:sp>
          <p:nvSpPr>
            <p:cNvPr id="968" name="Google Shape;968;p96"/>
            <p:cNvSpPr/>
            <p:nvPr/>
          </p:nvSpPr>
          <p:spPr>
            <a:xfrm>
              <a:off x="7529293" y="3837673"/>
              <a:ext cx="1233469" cy="997769"/>
            </a:xfrm>
            <a:custGeom>
              <a:avLst/>
              <a:gdLst/>
              <a:ahLst/>
              <a:cxnLst/>
              <a:rect l="l" t="t" r="r" b="b"/>
              <a:pathLst>
                <a:path w="33189" h="26847" extrusionOk="0">
                  <a:moveTo>
                    <a:pt x="16061" y="1"/>
                  </a:moveTo>
                  <a:cubicBezTo>
                    <a:pt x="15057" y="1"/>
                    <a:pt x="14022" y="656"/>
                    <a:pt x="13802" y="1680"/>
                  </a:cubicBezTo>
                  <a:cubicBezTo>
                    <a:pt x="13068" y="5028"/>
                    <a:pt x="12607" y="8463"/>
                    <a:pt x="12060" y="11848"/>
                  </a:cubicBezTo>
                  <a:cubicBezTo>
                    <a:pt x="11823" y="13416"/>
                    <a:pt x="11599" y="14984"/>
                    <a:pt x="11375" y="16565"/>
                  </a:cubicBezTo>
                  <a:cubicBezTo>
                    <a:pt x="11114" y="15694"/>
                    <a:pt x="10840" y="14822"/>
                    <a:pt x="10579" y="13951"/>
                  </a:cubicBezTo>
                  <a:cubicBezTo>
                    <a:pt x="9770" y="11139"/>
                    <a:pt x="9235" y="8226"/>
                    <a:pt x="8363" y="5439"/>
                  </a:cubicBezTo>
                  <a:cubicBezTo>
                    <a:pt x="8081" y="4455"/>
                    <a:pt x="7182" y="3800"/>
                    <a:pt x="6181" y="3800"/>
                  </a:cubicBezTo>
                  <a:cubicBezTo>
                    <a:pt x="6079" y="3800"/>
                    <a:pt x="5977" y="3807"/>
                    <a:pt x="5874" y="3821"/>
                  </a:cubicBezTo>
                  <a:cubicBezTo>
                    <a:pt x="4879" y="3970"/>
                    <a:pt x="3759" y="4903"/>
                    <a:pt x="3908" y="6048"/>
                  </a:cubicBezTo>
                  <a:cubicBezTo>
                    <a:pt x="4306" y="9110"/>
                    <a:pt x="5289" y="12209"/>
                    <a:pt x="6310" y="15134"/>
                  </a:cubicBezTo>
                  <a:cubicBezTo>
                    <a:pt x="6808" y="16527"/>
                    <a:pt x="7330" y="17934"/>
                    <a:pt x="7928" y="19278"/>
                  </a:cubicBezTo>
                  <a:cubicBezTo>
                    <a:pt x="8003" y="19440"/>
                    <a:pt x="8077" y="19614"/>
                    <a:pt x="8152" y="19776"/>
                  </a:cubicBezTo>
                  <a:cubicBezTo>
                    <a:pt x="7604" y="19340"/>
                    <a:pt x="7119" y="18830"/>
                    <a:pt x="6683" y="18282"/>
                  </a:cubicBezTo>
                  <a:cubicBezTo>
                    <a:pt x="5028" y="16154"/>
                    <a:pt x="4157" y="13565"/>
                    <a:pt x="2365" y="11537"/>
                  </a:cubicBezTo>
                  <a:cubicBezTo>
                    <a:pt x="2137" y="11278"/>
                    <a:pt x="1869" y="11170"/>
                    <a:pt x="1604" y="11170"/>
                  </a:cubicBezTo>
                  <a:cubicBezTo>
                    <a:pt x="1003" y="11170"/>
                    <a:pt x="418" y="11731"/>
                    <a:pt x="349" y="12371"/>
                  </a:cubicBezTo>
                  <a:cubicBezTo>
                    <a:pt x="0" y="15631"/>
                    <a:pt x="1531" y="18942"/>
                    <a:pt x="3497" y="21468"/>
                  </a:cubicBezTo>
                  <a:cubicBezTo>
                    <a:pt x="5725" y="24318"/>
                    <a:pt x="8911" y="25949"/>
                    <a:pt x="12446" y="26534"/>
                  </a:cubicBezTo>
                  <a:cubicBezTo>
                    <a:pt x="13698" y="26742"/>
                    <a:pt x="15004" y="26847"/>
                    <a:pt x="16330" y="26847"/>
                  </a:cubicBezTo>
                  <a:cubicBezTo>
                    <a:pt x="21910" y="26847"/>
                    <a:pt x="27855" y="24986"/>
                    <a:pt x="31736" y="21095"/>
                  </a:cubicBezTo>
                  <a:cubicBezTo>
                    <a:pt x="33189" y="19622"/>
                    <a:pt x="31850" y="17107"/>
                    <a:pt x="30119" y="17107"/>
                  </a:cubicBezTo>
                  <a:cubicBezTo>
                    <a:pt x="29743" y="17107"/>
                    <a:pt x="29349" y="17225"/>
                    <a:pt x="28961" y="17498"/>
                  </a:cubicBezTo>
                  <a:cubicBezTo>
                    <a:pt x="26634" y="19129"/>
                    <a:pt x="24468" y="20635"/>
                    <a:pt x="21718" y="21443"/>
                  </a:cubicBezTo>
                  <a:cubicBezTo>
                    <a:pt x="20834" y="21705"/>
                    <a:pt x="19938" y="21904"/>
                    <a:pt x="19029" y="22041"/>
                  </a:cubicBezTo>
                  <a:cubicBezTo>
                    <a:pt x="19863" y="21120"/>
                    <a:pt x="20685" y="20174"/>
                    <a:pt x="21494" y="19228"/>
                  </a:cubicBezTo>
                  <a:cubicBezTo>
                    <a:pt x="23584" y="16776"/>
                    <a:pt x="25588" y="14287"/>
                    <a:pt x="27542" y="11748"/>
                  </a:cubicBezTo>
                  <a:cubicBezTo>
                    <a:pt x="28314" y="10753"/>
                    <a:pt x="27704" y="9147"/>
                    <a:pt x="26721" y="8575"/>
                  </a:cubicBezTo>
                  <a:cubicBezTo>
                    <a:pt x="26347" y="8355"/>
                    <a:pt x="25969" y="8256"/>
                    <a:pt x="25602" y="8256"/>
                  </a:cubicBezTo>
                  <a:cubicBezTo>
                    <a:pt x="24807" y="8256"/>
                    <a:pt x="24067" y="8719"/>
                    <a:pt x="23547" y="9409"/>
                  </a:cubicBezTo>
                  <a:cubicBezTo>
                    <a:pt x="21755" y="11786"/>
                    <a:pt x="19925" y="14150"/>
                    <a:pt x="18059" y="16478"/>
                  </a:cubicBezTo>
                  <a:cubicBezTo>
                    <a:pt x="17138" y="17623"/>
                    <a:pt x="16217" y="18768"/>
                    <a:pt x="15296" y="19925"/>
                  </a:cubicBezTo>
                  <a:lnTo>
                    <a:pt x="15246" y="19987"/>
                  </a:lnTo>
                  <a:cubicBezTo>
                    <a:pt x="15370" y="19241"/>
                    <a:pt x="15470" y="18481"/>
                    <a:pt x="15594" y="17760"/>
                  </a:cubicBezTo>
                  <a:cubicBezTo>
                    <a:pt x="15881" y="16104"/>
                    <a:pt x="16179" y="14449"/>
                    <a:pt x="16453" y="12806"/>
                  </a:cubicBezTo>
                  <a:cubicBezTo>
                    <a:pt x="17026" y="9496"/>
                    <a:pt x="17735" y="6210"/>
                    <a:pt x="18233" y="2900"/>
                  </a:cubicBezTo>
                  <a:cubicBezTo>
                    <a:pt x="18419" y="1680"/>
                    <a:pt x="17922" y="435"/>
                    <a:pt x="16627" y="75"/>
                  </a:cubicBezTo>
                  <a:cubicBezTo>
                    <a:pt x="16444" y="25"/>
                    <a:pt x="16253" y="1"/>
                    <a:pt x="160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96"/>
            <p:cNvSpPr/>
            <p:nvPr/>
          </p:nvSpPr>
          <p:spPr>
            <a:xfrm>
              <a:off x="7261468" y="4248480"/>
              <a:ext cx="756717" cy="535287"/>
            </a:xfrm>
            <a:custGeom>
              <a:avLst/>
              <a:gdLst/>
              <a:ahLst/>
              <a:cxnLst/>
              <a:rect l="l" t="t" r="r" b="b"/>
              <a:pathLst>
                <a:path w="20361" h="14403" extrusionOk="0">
                  <a:moveTo>
                    <a:pt x="18848" y="0"/>
                  </a:moveTo>
                  <a:cubicBezTo>
                    <a:pt x="18268" y="0"/>
                    <a:pt x="17729" y="367"/>
                    <a:pt x="17810" y="1106"/>
                  </a:cubicBezTo>
                  <a:cubicBezTo>
                    <a:pt x="17959" y="2351"/>
                    <a:pt x="17984" y="3608"/>
                    <a:pt x="17897" y="4840"/>
                  </a:cubicBezTo>
                  <a:cubicBezTo>
                    <a:pt x="16391" y="3931"/>
                    <a:pt x="14873" y="3023"/>
                    <a:pt x="13342" y="2152"/>
                  </a:cubicBezTo>
                  <a:cubicBezTo>
                    <a:pt x="13158" y="2048"/>
                    <a:pt x="12964" y="2001"/>
                    <a:pt x="12775" y="2001"/>
                  </a:cubicBezTo>
                  <a:cubicBezTo>
                    <a:pt x="12168" y="2001"/>
                    <a:pt x="11609" y="2486"/>
                    <a:pt x="11599" y="3160"/>
                  </a:cubicBezTo>
                  <a:lnTo>
                    <a:pt x="11550" y="6147"/>
                  </a:lnTo>
                  <a:cubicBezTo>
                    <a:pt x="11550" y="6346"/>
                    <a:pt x="11599" y="7105"/>
                    <a:pt x="11599" y="7702"/>
                  </a:cubicBezTo>
                  <a:cubicBezTo>
                    <a:pt x="10280" y="6868"/>
                    <a:pt x="8911" y="6134"/>
                    <a:pt x="7492" y="5474"/>
                  </a:cubicBezTo>
                  <a:cubicBezTo>
                    <a:pt x="7291" y="5383"/>
                    <a:pt x="7091" y="5339"/>
                    <a:pt x="6903" y="5339"/>
                  </a:cubicBezTo>
                  <a:cubicBezTo>
                    <a:pt x="6302" y="5339"/>
                    <a:pt x="5816" y="5781"/>
                    <a:pt x="5750" y="6483"/>
                  </a:cubicBezTo>
                  <a:cubicBezTo>
                    <a:pt x="5625" y="7565"/>
                    <a:pt x="5476" y="8648"/>
                    <a:pt x="5289" y="9718"/>
                  </a:cubicBezTo>
                  <a:lnTo>
                    <a:pt x="1742" y="7665"/>
                  </a:lnTo>
                  <a:cubicBezTo>
                    <a:pt x="1563" y="7565"/>
                    <a:pt x="1373" y="7519"/>
                    <a:pt x="1187" y="7519"/>
                  </a:cubicBezTo>
                  <a:cubicBezTo>
                    <a:pt x="588" y="7519"/>
                    <a:pt x="34" y="7995"/>
                    <a:pt x="25" y="8661"/>
                  </a:cubicBezTo>
                  <a:cubicBezTo>
                    <a:pt x="0" y="10403"/>
                    <a:pt x="75" y="12158"/>
                    <a:pt x="386" y="13875"/>
                  </a:cubicBezTo>
                  <a:cubicBezTo>
                    <a:pt x="454" y="14228"/>
                    <a:pt x="775" y="14403"/>
                    <a:pt x="1099" y="14403"/>
                  </a:cubicBezTo>
                  <a:cubicBezTo>
                    <a:pt x="1425" y="14403"/>
                    <a:pt x="1755" y="14225"/>
                    <a:pt x="1830" y="13875"/>
                  </a:cubicBezTo>
                  <a:cubicBezTo>
                    <a:pt x="2041" y="12792"/>
                    <a:pt x="2178" y="11710"/>
                    <a:pt x="2240" y="10614"/>
                  </a:cubicBezTo>
                  <a:lnTo>
                    <a:pt x="5538" y="12531"/>
                  </a:lnTo>
                  <a:cubicBezTo>
                    <a:pt x="5711" y="12633"/>
                    <a:pt x="5910" y="12682"/>
                    <a:pt x="6110" y="12682"/>
                  </a:cubicBezTo>
                  <a:cubicBezTo>
                    <a:pt x="6614" y="12682"/>
                    <a:pt x="7124" y="12373"/>
                    <a:pt x="7231" y="11847"/>
                  </a:cubicBezTo>
                  <a:cubicBezTo>
                    <a:pt x="7480" y="10639"/>
                    <a:pt x="7679" y="9445"/>
                    <a:pt x="7853" y="8225"/>
                  </a:cubicBezTo>
                  <a:cubicBezTo>
                    <a:pt x="9135" y="8897"/>
                    <a:pt x="10367" y="9631"/>
                    <a:pt x="11562" y="10428"/>
                  </a:cubicBezTo>
                  <a:cubicBezTo>
                    <a:pt x="11742" y="10540"/>
                    <a:pt x="11945" y="10596"/>
                    <a:pt x="12147" y="10596"/>
                  </a:cubicBezTo>
                  <a:cubicBezTo>
                    <a:pt x="12349" y="10596"/>
                    <a:pt x="12551" y="10540"/>
                    <a:pt x="12732" y="10428"/>
                  </a:cubicBezTo>
                  <a:cubicBezTo>
                    <a:pt x="13653" y="9793"/>
                    <a:pt x="13827" y="8959"/>
                    <a:pt x="13852" y="7889"/>
                  </a:cubicBezTo>
                  <a:cubicBezTo>
                    <a:pt x="13877" y="6980"/>
                    <a:pt x="13889" y="6072"/>
                    <a:pt x="13902" y="5163"/>
                  </a:cubicBezTo>
                  <a:cubicBezTo>
                    <a:pt x="15358" y="6022"/>
                    <a:pt x="16802" y="6881"/>
                    <a:pt x="18233" y="7777"/>
                  </a:cubicBezTo>
                  <a:cubicBezTo>
                    <a:pt x="18400" y="7878"/>
                    <a:pt x="18597" y="7925"/>
                    <a:pt x="18797" y="7925"/>
                  </a:cubicBezTo>
                  <a:cubicBezTo>
                    <a:pt x="19313" y="7925"/>
                    <a:pt x="19852" y="7609"/>
                    <a:pt x="19950" y="7080"/>
                  </a:cubicBezTo>
                  <a:cubicBezTo>
                    <a:pt x="20286" y="5114"/>
                    <a:pt x="20361" y="3097"/>
                    <a:pt x="20137" y="1106"/>
                  </a:cubicBezTo>
                  <a:cubicBezTo>
                    <a:pt x="20056" y="370"/>
                    <a:pt x="19431" y="0"/>
                    <a:pt x="188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70" name="Google Shape;970;p96"/>
            <p:cNvGrpSpPr/>
            <p:nvPr/>
          </p:nvGrpSpPr>
          <p:grpSpPr>
            <a:xfrm rot="-690198">
              <a:off x="452851" y="3802767"/>
              <a:ext cx="927802" cy="997815"/>
              <a:chOff x="6882175" y="2207400"/>
              <a:chExt cx="465475" cy="500600"/>
            </a:xfrm>
          </p:grpSpPr>
          <p:sp>
            <p:nvSpPr>
              <p:cNvPr id="971" name="Google Shape;971;p96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96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96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74" name="Google Shape;974;p96"/>
          <p:cNvSpPr txBox="1">
            <a:spLocks noGrp="1"/>
          </p:cNvSpPr>
          <p:nvPr>
            <p:ph type="ctrTitle"/>
          </p:nvPr>
        </p:nvSpPr>
        <p:spPr>
          <a:xfrm>
            <a:off x="2429950" y="669825"/>
            <a:ext cx="4284000" cy="99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75" name="Google Shape;975;p96"/>
          <p:cNvSpPr txBox="1">
            <a:spLocks noGrp="1"/>
          </p:cNvSpPr>
          <p:nvPr>
            <p:ph type="subTitle" idx="1"/>
          </p:nvPr>
        </p:nvSpPr>
        <p:spPr>
          <a:xfrm>
            <a:off x="2425075" y="1667625"/>
            <a:ext cx="4293900" cy="13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76" name="Google Shape;976;p96"/>
          <p:cNvSpPr txBox="1"/>
          <p:nvPr/>
        </p:nvSpPr>
        <p:spPr>
          <a:xfrm>
            <a:off x="1842925" y="3498450"/>
            <a:ext cx="5458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Glegoo"/>
                <a:ea typeface="Glegoo"/>
                <a:cs typeface="Glegoo"/>
                <a:sym typeface="Glego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Glegoo"/>
                <a:ea typeface="Glegoo"/>
                <a:cs typeface="Glegoo"/>
                <a:sym typeface="Glego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rPr>
              <a:t>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Glegoo"/>
                <a:ea typeface="Glegoo"/>
                <a:cs typeface="Glegoo"/>
                <a:sym typeface="Glego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9" name="Google Shape;979;p98"/>
          <p:cNvGrpSpPr/>
          <p:nvPr/>
        </p:nvGrpSpPr>
        <p:grpSpPr>
          <a:xfrm flipH="1">
            <a:off x="8086788" y="280000"/>
            <a:ext cx="684225" cy="757500"/>
            <a:chOff x="4302200" y="1018850"/>
            <a:chExt cx="684225" cy="757500"/>
          </a:xfrm>
        </p:grpSpPr>
        <p:sp>
          <p:nvSpPr>
            <p:cNvPr id="980" name="Google Shape;980;p98"/>
            <p:cNvSpPr/>
            <p:nvPr/>
          </p:nvSpPr>
          <p:spPr>
            <a:xfrm>
              <a:off x="4302200" y="1018850"/>
              <a:ext cx="562575" cy="519550"/>
            </a:xfrm>
            <a:custGeom>
              <a:avLst/>
              <a:gdLst/>
              <a:ahLst/>
              <a:cxnLst/>
              <a:rect l="l" t="t" r="r" b="b"/>
              <a:pathLst>
                <a:path w="22503" h="20782" extrusionOk="0">
                  <a:moveTo>
                    <a:pt x="12708" y="18400"/>
                  </a:moveTo>
                  <a:lnTo>
                    <a:pt x="12708" y="18400"/>
                  </a:lnTo>
                  <a:cubicBezTo>
                    <a:pt x="12215" y="18530"/>
                    <a:pt x="11709" y="18598"/>
                    <a:pt x="11204" y="18598"/>
                  </a:cubicBezTo>
                  <a:cubicBezTo>
                    <a:pt x="11033" y="18598"/>
                    <a:pt x="10862" y="18590"/>
                    <a:pt x="10692" y="18574"/>
                  </a:cubicBezTo>
                  <a:cubicBezTo>
                    <a:pt x="10580" y="18562"/>
                    <a:pt x="10468" y="18549"/>
                    <a:pt x="10368" y="18537"/>
                  </a:cubicBezTo>
                  <a:cubicBezTo>
                    <a:pt x="10380" y="18512"/>
                    <a:pt x="10405" y="18499"/>
                    <a:pt x="10430" y="18475"/>
                  </a:cubicBezTo>
                  <a:cubicBezTo>
                    <a:pt x="10731" y="18509"/>
                    <a:pt x="11032" y="18528"/>
                    <a:pt x="11333" y="18528"/>
                  </a:cubicBezTo>
                  <a:cubicBezTo>
                    <a:pt x="11580" y="18528"/>
                    <a:pt x="11826" y="18515"/>
                    <a:pt x="12073" y="18487"/>
                  </a:cubicBezTo>
                  <a:cubicBezTo>
                    <a:pt x="12285" y="18475"/>
                    <a:pt x="12496" y="18437"/>
                    <a:pt x="12708" y="18400"/>
                  </a:cubicBezTo>
                  <a:close/>
                  <a:moveTo>
                    <a:pt x="11250" y="0"/>
                  </a:moveTo>
                  <a:cubicBezTo>
                    <a:pt x="8027" y="0"/>
                    <a:pt x="4829" y="1364"/>
                    <a:pt x="2826" y="3951"/>
                  </a:cubicBezTo>
                  <a:cubicBezTo>
                    <a:pt x="611" y="6776"/>
                    <a:pt x="1" y="10783"/>
                    <a:pt x="1619" y="14044"/>
                  </a:cubicBezTo>
                  <a:cubicBezTo>
                    <a:pt x="1917" y="14641"/>
                    <a:pt x="2291" y="15201"/>
                    <a:pt x="2714" y="15712"/>
                  </a:cubicBezTo>
                  <a:cubicBezTo>
                    <a:pt x="4295" y="18176"/>
                    <a:pt x="6809" y="20105"/>
                    <a:pt x="9696" y="20640"/>
                  </a:cubicBezTo>
                  <a:cubicBezTo>
                    <a:pt x="10209" y="20736"/>
                    <a:pt x="10711" y="20782"/>
                    <a:pt x="11201" y="20782"/>
                  </a:cubicBezTo>
                  <a:cubicBezTo>
                    <a:pt x="14404" y="20782"/>
                    <a:pt x="17119" y="18840"/>
                    <a:pt x="19105" y="16272"/>
                  </a:cubicBezTo>
                  <a:cubicBezTo>
                    <a:pt x="21395" y="13310"/>
                    <a:pt x="22502" y="9476"/>
                    <a:pt x="20885" y="5929"/>
                  </a:cubicBezTo>
                  <a:cubicBezTo>
                    <a:pt x="19428" y="2731"/>
                    <a:pt x="16143" y="541"/>
                    <a:pt x="12695" y="93"/>
                  </a:cubicBezTo>
                  <a:cubicBezTo>
                    <a:pt x="12216" y="31"/>
                    <a:pt x="11732" y="0"/>
                    <a:pt x="112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98"/>
            <p:cNvSpPr/>
            <p:nvPr/>
          </p:nvSpPr>
          <p:spPr>
            <a:xfrm>
              <a:off x="4650075" y="1539425"/>
              <a:ext cx="264800" cy="236925"/>
            </a:xfrm>
            <a:custGeom>
              <a:avLst/>
              <a:gdLst/>
              <a:ahLst/>
              <a:cxnLst/>
              <a:rect l="l" t="t" r="r" b="b"/>
              <a:pathLst>
                <a:path w="10592" h="9477" extrusionOk="0">
                  <a:moveTo>
                    <a:pt x="4087" y="0"/>
                  </a:moveTo>
                  <a:cubicBezTo>
                    <a:pt x="1792" y="0"/>
                    <a:pt x="0" y="3712"/>
                    <a:pt x="411" y="5915"/>
                  </a:cubicBezTo>
                  <a:cubicBezTo>
                    <a:pt x="813" y="8111"/>
                    <a:pt x="2912" y="9476"/>
                    <a:pt x="5005" y="9476"/>
                  </a:cubicBezTo>
                  <a:cubicBezTo>
                    <a:pt x="5891" y="9476"/>
                    <a:pt x="6775" y="9232"/>
                    <a:pt x="7530" y="8703"/>
                  </a:cubicBezTo>
                  <a:cubicBezTo>
                    <a:pt x="10019" y="6961"/>
                    <a:pt x="10591" y="2331"/>
                    <a:pt x="7691" y="638"/>
                  </a:cubicBezTo>
                  <a:cubicBezTo>
                    <a:pt x="7191" y="321"/>
                    <a:pt x="6612" y="155"/>
                    <a:pt x="6026" y="155"/>
                  </a:cubicBezTo>
                  <a:cubicBezTo>
                    <a:pt x="5738" y="155"/>
                    <a:pt x="5448" y="196"/>
                    <a:pt x="5165" y="278"/>
                  </a:cubicBezTo>
                  <a:cubicBezTo>
                    <a:pt x="4798" y="87"/>
                    <a:pt x="4436" y="0"/>
                    <a:pt x="40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98"/>
            <p:cNvSpPr/>
            <p:nvPr/>
          </p:nvSpPr>
          <p:spPr>
            <a:xfrm>
              <a:off x="4860150" y="1437525"/>
              <a:ext cx="44450" cy="40400"/>
            </a:xfrm>
            <a:custGeom>
              <a:avLst/>
              <a:gdLst/>
              <a:ahLst/>
              <a:cxnLst/>
              <a:rect l="l" t="t" r="r" b="b"/>
              <a:pathLst>
                <a:path w="1778" h="1616" extrusionOk="0">
                  <a:moveTo>
                    <a:pt x="856" y="0"/>
                  </a:moveTo>
                  <a:cubicBezTo>
                    <a:pt x="413" y="0"/>
                    <a:pt x="1" y="391"/>
                    <a:pt x="97" y="919"/>
                  </a:cubicBezTo>
                  <a:cubicBezTo>
                    <a:pt x="147" y="1317"/>
                    <a:pt x="496" y="1616"/>
                    <a:pt x="906" y="1616"/>
                  </a:cubicBezTo>
                  <a:cubicBezTo>
                    <a:pt x="1267" y="1616"/>
                    <a:pt x="1591" y="1367"/>
                    <a:pt x="1703" y="1018"/>
                  </a:cubicBezTo>
                  <a:cubicBezTo>
                    <a:pt x="1777" y="732"/>
                    <a:pt x="1678" y="421"/>
                    <a:pt x="1441" y="247"/>
                  </a:cubicBezTo>
                  <a:lnTo>
                    <a:pt x="1392" y="222"/>
                  </a:lnTo>
                  <a:cubicBezTo>
                    <a:pt x="1231" y="68"/>
                    <a:pt x="1041" y="0"/>
                    <a:pt x="8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98"/>
            <p:cNvSpPr/>
            <p:nvPr/>
          </p:nvSpPr>
          <p:spPr>
            <a:xfrm>
              <a:off x="4513775" y="1594125"/>
              <a:ext cx="95850" cy="88225"/>
            </a:xfrm>
            <a:custGeom>
              <a:avLst/>
              <a:gdLst/>
              <a:ahLst/>
              <a:cxnLst/>
              <a:rect l="l" t="t" r="r" b="b"/>
              <a:pathLst>
                <a:path w="3834" h="3529" extrusionOk="0">
                  <a:moveTo>
                    <a:pt x="2115" y="0"/>
                  </a:moveTo>
                  <a:cubicBezTo>
                    <a:pt x="2071" y="0"/>
                    <a:pt x="2025" y="2"/>
                    <a:pt x="1980" y="6"/>
                  </a:cubicBezTo>
                  <a:cubicBezTo>
                    <a:pt x="1507" y="31"/>
                    <a:pt x="1059" y="243"/>
                    <a:pt x="735" y="591"/>
                  </a:cubicBezTo>
                  <a:cubicBezTo>
                    <a:pt x="548" y="790"/>
                    <a:pt x="399" y="1039"/>
                    <a:pt x="324" y="1301"/>
                  </a:cubicBezTo>
                  <a:cubicBezTo>
                    <a:pt x="63" y="1637"/>
                    <a:pt x="1" y="2097"/>
                    <a:pt x="175" y="2483"/>
                  </a:cubicBezTo>
                  <a:cubicBezTo>
                    <a:pt x="312" y="2819"/>
                    <a:pt x="598" y="3055"/>
                    <a:pt x="947" y="3142"/>
                  </a:cubicBezTo>
                  <a:cubicBezTo>
                    <a:pt x="1258" y="3379"/>
                    <a:pt x="1644" y="3516"/>
                    <a:pt x="2042" y="3528"/>
                  </a:cubicBezTo>
                  <a:cubicBezTo>
                    <a:pt x="2050" y="3528"/>
                    <a:pt x="2057" y="3528"/>
                    <a:pt x="2065" y="3528"/>
                  </a:cubicBezTo>
                  <a:cubicBezTo>
                    <a:pt x="3038" y="3528"/>
                    <a:pt x="3834" y="2737"/>
                    <a:pt x="3822" y="1761"/>
                  </a:cubicBezTo>
                  <a:cubicBezTo>
                    <a:pt x="3798" y="847"/>
                    <a:pt x="3049" y="0"/>
                    <a:pt x="211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98"/>
            <p:cNvSpPr/>
            <p:nvPr/>
          </p:nvSpPr>
          <p:spPr>
            <a:xfrm>
              <a:off x="4421525" y="1549850"/>
              <a:ext cx="46700" cy="40775"/>
            </a:xfrm>
            <a:custGeom>
              <a:avLst/>
              <a:gdLst/>
              <a:ahLst/>
              <a:cxnLst/>
              <a:rect l="l" t="t" r="r" b="b"/>
              <a:pathLst>
                <a:path w="1868" h="1631" extrusionOk="0">
                  <a:moveTo>
                    <a:pt x="934" y="1"/>
                  </a:moveTo>
                  <a:cubicBezTo>
                    <a:pt x="467" y="1"/>
                    <a:pt x="1" y="327"/>
                    <a:pt x="156" y="981"/>
                  </a:cubicBezTo>
                  <a:lnTo>
                    <a:pt x="181" y="1080"/>
                  </a:lnTo>
                  <a:cubicBezTo>
                    <a:pt x="293" y="1447"/>
                    <a:pt x="614" y="1631"/>
                    <a:pt x="934" y="1631"/>
                  </a:cubicBezTo>
                  <a:cubicBezTo>
                    <a:pt x="1255" y="1631"/>
                    <a:pt x="1575" y="1447"/>
                    <a:pt x="1687" y="1080"/>
                  </a:cubicBezTo>
                  <a:lnTo>
                    <a:pt x="1712" y="981"/>
                  </a:lnTo>
                  <a:cubicBezTo>
                    <a:pt x="1868" y="327"/>
                    <a:pt x="1401" y="1"/>
                    <a:pt x="9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98"/>
            <p:cNvSpPr/>
            <p:nvPr/>
          </p:nvSpPr>
          <p:spPr>
            <a:xfrm>
              <a:off x="4446900" y="1740500"/>
              <a:ext cx="45450" cy="35175"/>
            </a:xfrm>
            <a:custGeom>
              <a:avLst/>
              <a:gdLst/>
              <a:ahLst/>
              <a:cxnLst/>
              <a:rect l="l" t="t" r="r" b="b"/>
              <a:pathLst>
                <a:path w="1818" h="1407" extrusionOk="0">
                  <a:moveTo>
                    <a:pt x="909" y="1"/>
                  </a:moveTo>
                  <a:cubicBezTo>
                    <a:pt x="0" y="1"/>
                    <a:pt x="0" y="1407"/>
                    <a:pt x="909" y="1407"/>
                  </a:cubicBezTo>
                  <a:cubicBezTo>
                    <a:pt x="1817" y="1407"/>
                    <a:pt x="1817" y="1"/>
                    <a:pt x="9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98"/>
            <p:cNvSpPr/>
            <p:nvPr/>
          </p:nvSpPr>
          <p:spPr>
            <a:xfrm>
              <a:off x="4888625" y="1264275"/>
              <a:ext cx="97800" cy="98300"/>
            </a:xfrm>
            <a:custGeom>
              <a:avLst/>
              <a:gdLst/>
              <a:ahLst/>
              <a:cxnLst/>
              <a:rect l="l" t="t" r="r" b="b"/>
              <a:pathLst>
                <a:path w="3912" h="3932" extrusionOk="0">
                  <a:moveTo>
                    <a:pt x="1905" y="0"/>
                  </a:moveTo>
                  <a:cubicBezTo>
                    <a:pt x="1706" y="0"/>
                    <a:pt x="1505" y="34"/>
                    <a:pt x="1311" y="107"/>
                  </a:cubicBezTo>
                  <a:cubicBezTo>
                    <a:pt x="526" y="406"/>
                    <a:pt x="16" y="1165"/>
                    <a:pt x="16" y="1999"/>
                  </a:cubicBezTo>
                  <a:cubicBezTo>
                    <a:pt x="1" y="3177"/>
                    <a:pt x="1029" y="3931"/>
                    <a:pt x="2033" y="3931"/>
                  </a:cubicBezTo>
                  <a:cubicBezTo>
                    <a:pt x="2652" y="3931"/>
                    <a:pt x="3262" y="3645"/>
                    <a:pt x="3613" y="2995"/>
                  </a:cubicBezTo>
                  <a:cubicBezTo>
                    <a:pt x="3862" y="2522"/>
                    <a:pt x="3912" y="1962"/>
                    <a:pt x="3725" y="1452"/>
                  </a:cubicBezTo>
                  <a:cubicBezTo>
                    <a:pt x="3675" y="1240"/>
                    <a:pt x="3588" y="1041"/>
                    <a:pt x="3464" y="854"/>
                  </a:cubicBezTo>
                  <a:cubicBezTo>
                    <a:pt x="3116" y="328"/>
                    <a:pt x="2519" y="0"/>
                    <a:pt x="1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8" name="Google Shape;988;p99"/>
          <p:cNvGrpSpPr/>
          <p:nvPr/>
        </p:nvGrpSpPr>
        <p:grpSpPr>
          <a:xfrm>
            <a:off x="477372" y="274307"/>
            <a:ext cx="8301339" cy="4704219"/>
            <a:chOff x="477372" y="274307"/>
            <a:chExt cx="8301339" cy="4704219"/>
          </a:xfrm>
        </p:grpSpPr>
        <p:grpSp>
          <p:nvGrpSpPr>
            <p:cNvPr id="989" name="Google Shape;989;p99"/>
            <p:cNvGrpSpPr/>
            <p:nvPr/>
          </p:nvGrpSpPr>
          <p:grpSpPr>
            <a:xfrm flipH="1">
              <a:off x="477372" y="3933006"/>
              <a:ext cx="1201654" cy="1045519"/>
              <a:chOff x="3918275" y="2946475"/>
              <a:chExt cx="1042650" cy="907175"/>
            </a:xfrm>
          </p:grpSpPr>
          <p:sp>
            <p:nvSpPr>
              <p:cNvPr id="990" name="Google Shape;990;p99"/>
              <p:cNvSpPr/>
              <p:nvPr/>
            </p:nvSpPr>
            <p:spPr>
              <a:xfrm>
                <a:off x="3918275" y="2946475"/>
                <a:ext cx="1042650" cy="907175"/>
              </a:xfrm>
              <a:custGeom>
                <a:avLst/>
                <a:gdLst/>
                <a:ahLst/>
                <a:cxnLst/>
                <a:rect l="l" t="t" r="r" b="b"/>
                <a:pathLst>
                  <a:path w="41706" h="36287" extrusionOk="0">
                    <a:moveTo>
                      <a:pt x="8643" y="1"/>
                    </a:moveTo>
                    <a:cubicBezTo>
                      <a:pt x="7881" y="1"/>
                      <a:pt x="7133" y="104"/>
                      <a:pt x="6472" y="498"/>
                    </a:cubicBezTo>
                    <a:cubicBezTo>
                      <a:pt x="5177" y="1270"/>
                      <a:pt x="4754" y="2676"/>
                      <a:pt x="4331" y="4033"/>
                    </a:cubicBezTo>
                    <a:cubicBezTo>
                      <a:pt x="2414" y="9944"/>
                      <a:pt x="610" y="16217"/>
                      <a:pt x="100" y="22427"/>
                    </a:cubicBezTo>
                    <a:cubicBezTo>
                      <a:pt x="0" y="23622"/>
                      <a:pt x="772" y="24580"/>
                      <a:pt x="1929" y="24804"/>
                    </a:cubicBezTo>
                    <a:cubicBezTo>
                      <a:pt x="2369" y="24889"/>
                      <a:pt x="2790" y="24920"/>
                      <a:pt x="3204" y="24920"/>
                    </a:cubicBezTo>
                    <a:cubicBezTo>
                      <a:pt x="4183" y="24920"/>
                      <a:pt x="5120" y="24751"/>
                      <a:pt x="6161" y="24742"/>
                    </a:cubicBezTo>
                    <a:cubicBezTo>
                      <a:pt x="6422" y="24742"/>
                      <a:pt x="6671" y="24580"/>
                      <a:pt x="6783" y="24344"/>
                    </a:cubicBezTo>
                    <a:cubicBezTo>
                      <a:pt x="7218" y="24095"/>
                      <a:pt x="7567" y="23722"/>
                      <a:pt x="7803" y="23274"/>
                    </a:cubicBezTo>
                    <a:cubicBezTo>
                      <a:pt x="8662" y="21618"/>
                      <a:pt x="9073" y="19801"/>
                      <a:pt x="10081" y="18183"/>
                    </a:cubicBezTo>
                    <a:cubicBezTo>
                      <a:pt x="11064" y="16553"/>
                      <a:pt x="12284" y="15060"/>
                      <a:pt x="13678" y="13765"/>
                    </a:cubicBezTo>
                    <a:cubicBezTo>
                      <a:pt x="15604" y="12025"/>
                      <a:pt x="17730" y="11019"/>
                      <a:pt x="20030" y="11019"/>
                    </a:cubicBezTo>
                    <a:cubicBezTo>
                      <a:pt x="21119" y="11019"/>
                      <a:pt x="22247" y="11244"/>
                      <a:pt x="23410" y="11724"/>
                    </a:cubicBezTo>
                    <a:cubicBezTo>
                      <a:pt x="30629" y="14711"/>
                      <a:pt x="32919" y="23435"/>
                      <a:pt x="29508" y="30044"/>
                    </a:cubicBezTo>
                    <a:cubicBezTo>
                      <a:pt x="29011" y="31002"/>
                      <a:pt x="29322" y="32160"/>
                      <a:pt x="30006" y="32956"/>
                    </a:cubicBezTo>
                    <a:cubicBezTo>
                      <a:pt x="30268" y="33404"/>
                      <a:pt x="30691" y="33740"/>
                      <a:pt x="31189" y="33914"/>
                    </a:cubicBezTo>
                    <a:cubicBezTo>
                      <a:pt x="33279" y="34649"/>
                      <a:pt x="35370" y="35383"/>
                      <a:pt x="37461" y="36142"/>
                    </a:cubicBezTo>
                    <a:cubicBezTo>
                      <a:pt x="37729" y="36240"/>
                      <a:pt x="38020" y="36287"/>
                      <a:pt x="38315" y="36287"/>
                    </a:cubicBezTo>
                    <a:cubicBezTo>
                      <a:pt x="39526" y="36287"/>
                      <a:pt x="40804" y="35495"/>
                      <a:pt x="40834" y="34163"/>
                    </a:cubicBezTo>
                    <a:cubicBezTo>
                      <a:pt x="41008" y="28190"/>
                      <a:pt x="41182" y="22228"/>
                      <a:pt x="41357" y="16267"/>
                    </a:cubicBezTo>
                    <a:cubicBezTo>
                      <a:pt x="41406" y="14798"/>
                      <a:pt x="41456" y="13342"/>
                      <a:pt x="41494" y="11873"/>
                    </a:cubicBezTo>
                    <a:cubicBezTo>
                      <a:pt x="41518" y="10604"/>
                      <a:pt x="41705" y="9198"/>
                      <a:pt x="41207" y="7990"/>
                    </a:cubicBezTo>
                    <a:cubicBezTo>
                      <a:pt x="40149" y="5439"/>
                      <a:pt x="36503" y="4991"/>
                      <a:pt x="34163" y="4331"/>
                    </a:cubicBezTo>
                    <a:cubicBezTo>
                      <a:pt x="29036" y="2888"/>
                      <a:pt x="23821" y="1780"/>
                      <a:pt x="18556" y="996"/>
                    </a:cubicBezTo>
                    <a:cubicBezTo>
                      <a:pt x="15843" y="598"/>
                      <a:pt x="13118" y="287"/>
                      <a:pt x="10392" y="100"/>
                    </a:cubicBezTo>
                    <a:cubicBezTo>
                      <a:pt x="9824" y="62"/>
                      <a:pt x="9230" y="1"/>
                      <a:pt x="864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99"/>
              <p:cNvSpPr/>
              <p:nvPr/>
            </p:nvSpPr>
            <p:spPr>
              <a:xfrm>
                <a:off x="4211975" y="3407700"/>
                <a:ext cx="142850" cy="130200"/>
              </a:xfrm>
              <a:custGeom>
                <a:avLst/>
                <a:gdLst/>
                <a:ahLst/>
                <a:cxnLst/>
                <a:rect l="l" t="t" r="r" b="b"/>
                <a:pathLst>
                  <a:path w="5714" h="5208" extrusionOk="0">
                    <a:moveTo>
                      <a:pt x="3124" y="0"/>
                    </a:moveTo>
                    <a:cubicBezTo>
                      <a:pt x="2891" y="0"/>
                      <a:pt x="2658" y="28"/>
                      <a:pt x="2428" y="83"/>
                    </a:cubicBezTo>
                    <a:cubicBezTo>
                      <a:pt x="2141" y="170"/>
                      <a:pt x="1868" y="282"/>
                      <a:pt x="1619" y="419"/>
                    </a:cubicBezTo>
                    <a:cubicBezTo>
                      <a:pt x="1183" y="668"/>
                      <a:pt x="822" y="1041"/>
                      <a:pt x="611" y="1489"/>
                    </a:cubicBezTo>
                    <a:cubicBezTo>
                      <a:pt x="486" y="1651"/>
                      <a:pt x="386" y="1813"/>
                      <a:pt x="299" y="1999"/>
                    </a:cubicBezTo>
                    <a:cubicBezTo>
                      <a:pt x="113" y="2323"/>
                      <a:pt x="13" y="2671"/>
                      <a:pt x="13" y="3045"/>
                    </a:cubicBezTo>
                    <a:cubicBezTo>
                      <a:pt x="1" y="3319"/>
                      <a:pt x="63" y="3592"/>
                      <a:pt x="200" y="3841"/>
                    </a:cubicBezTo>
                    <a:cubicBezTo>
                      <a:pt x="436" y="4426"/>
                      <a:pt x="922" y="4862"/>
                      <a:pt x="1531" y="5036"/>
                    </a:cubicBezTo>
                    <a:cubicBezTo>
                      <a:pt x="1868" y="5123"/>
                      <a:pt x="2204" y="5161"/>
                      <a:pt x="2540" y="5161"/>
                    </a:cubicBezTo>
                    <a:lnTo>
                      <a:pt x="2577" y="5161"/>
                    </a:lnTo>
                    <a:cubicBezTo>
                      <a:pt x="2689" y="5192"/>
                      <a:pt x="2804" y="5207"/>
                      <a:pt x="2919" y="5207"/>
                    </a:cubicBezTo>
                    <a:cubicBezTo>
                      <a:pt x="3034" y="5207"/>
                      <a:pt x="3149" y="5192"/>
                      <a:pt x="3261" y="5161"/>
                    </a:cubicBezTo>
                    <a:cubicBezTo>
                      <a:pt x="3610" y="5148"/>
                      <a:pt x="3933" y="5036"/>
                      <a:pt x="4220" y="4849"/>
                    </a:cubicBezTo>
                    <a:cubicBezTo>
                      <a:pt x="5116" y="4401"/>
                      <a:pt x="5676" y="3493"/>
                      <a:pt x="5701" y="2497"/>
                    </a:cubicBezTo>
                    <a:cubicBezTo>
                      <a:pt x="5713" y="2174"/>
                      <a:pt x="5639" y="1838"/>
                      <a:pt x="5477" y="1551"/>
                    </a:cubicBezTo>
                    <a:cubicBezTo>
                      <a:pt x="5190" y="830"/>
                      <a:pt x="4593" y="294"/>
                      <a:pt x="3859" y="95"/>
                    </a:cubicBezTo>
                    <a:cubicBezTo>
                      <a:pt x="3616" y="31"/>
                      <a:pt x="3370" y="0"/>
                      <a:pt x="312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99"/>
              <p:cNvSpPr/>
              <p:nvPr/>
            </p:nvSpPr>
            <p:spPr>
              <a:xfrm>
                <a:off x="4319625" y="3255425"/>
                <a:ext cx="1605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6354" extrusionOk="0">
                    <a:moveTo>
                      <a:pt x="3353" y="1"/>
                    </a:moveTo>
                    <a:cubicBezTo>
                      <a:pt x="2321" y="1"/>
                      <a:pt x="1390" y="583"/>
                      <a:pt x="922" y="1507"/>
                    </a:cubicBezTo>
                    <a:cubicBezTo>
                      <a:pt x="113" y="2477"/>
                      <a:pt x="1" y="3859"/>
                      <a:pt x="636" y="4942"/>
                    </a:cubicBezTo>
                    <a:cubicBezTo>
                      <a:pt x="1199" y="5849"/>
                      <a:pt x="2171" y="6353"/>
                      <a:pt x="3163" y="6353"/>
                    </a:cubicBezTo>
                    <a:cubicBezTo>
                      <a:pt x="3682" y="6353"/>
                      <a:pt x="4206" y="6215"/>
                      <a:pt x="4680" y="5925"/>
                    </a:cubicBezTo>
                    <a:cubicBezTo>
                      <a:pt x="5303" y="5539"/>
                      <a:pt x="5763" y="4942"/>
                      <a:pt x="6000" y="4257"/>
                    </a:cubicBezTo>
                    <a:cubicBezTo>
                      <a:pt x="6124" y="4046"/>
                      <a:pt x="6224" y="3822"/>
                      <a:pt x="6286" y="3585"/>
                    </a:cubicBezTo>
                    <a:cubicBezTo>
                      <a:pt x="6398" y="3224"/>
                      <a:pt x="6423" y="2838"/>
                      <a:pt x="6336" y="2465"/>
                    </a:cubicBezTo>
                    <a:cubicBezTo>
                      <a:pt x="6323" y="2092"/>
                      <a:pt x="6199" y="1743"/>
                      <a:pt x="6000" y="1432"/>
                    </a:cubicBezTo>
                    <a:cubicBezTo>
                      <a:pt x="5763" y="1009"/>
                      <a:pt x="5415" y="673"/>
                      <a:pt x="5004" y="424"/>
                    </a:cubicBezTo>
                    <a:cubicBezTo>
                      <a:pt x="4755" y="287"/>
                      <a:pt x="4494" y="175"/>
                      <a:pt x="4232" y="100"/>
                    </a:cubicBezTo>
                    <a:lnTo>
                      <a:pt x="3486" y="1"/>
                    </a:lnTo>
                    <a:lnTo>
                      <a:pt x="3386" y="1"/>
                    </a:lnTo>
                    <a:cubicBezTo>
                      <a:pt x="3375" y="1"/>
                      <a:pt x="3364" y="1"/>
                      <a:pt x="33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99"/>
              <p:cNvSpPr/>
              <p:nvPr/>
            </p:nvSpPr>
            <p:spPr>
              <a:xfrm>
                <a:off x="4211350" y="3207500"/>
                <a:ext cx="117650" cy="139675"/>
              </a:xfrm>
              <a:custGeom>
                <a:avLst/>
                <a:gdLst/>
                <a:ahLst/>
                <a:cxnLst/>
                <a:rect l="l" t="t" r="r" b="b"/>
                <a:pathLst>
                  <a:path w="4706" h="5587" extrusionOk="0">
                    <a:moveTo>
                      <a:pt x="2377" y="1"/>
                    </a:moveTo>
                    <a:cubicBezTo>
                      <a:pt x="2007" y="1"/>
                      <a:pt x="1638" y="98"/>
                      <a:pt x="1308" y="287"/>
                    </a:cubicBezTo>
                    <a:lnTo>
                      <a:pt x="1233" y="337"/>
                    </a:lnTo>
                    <a:cubicBezTo>
                      <a:pt x="598" y="723"/>
                      <a:pt x="100" y="1457"/>
                      <a:pt x="150" y="2229"/>
                    </a:cubicBezTo>
                    <a:cubicBezTo>
                      <a:pt x="187" y="3050"/>
                      <a:pt x="1" y="3822"/>
                      <a:pt x="436" y="4594"/>
                    </a:cubicBezTo>
                    <a:cubicBezTo>
                      <a:pt x="778" y="5215"/>
                      <a:pt x="1438" y="5586"/>
                      <a:pt x="2138" y="5586"/>
                    </a:cubicBezTo>
                    <a:cubicBezTo>
                      <a:pt x="2279" y="5586"/>
                      <a:pt x="2422" y="5571"/>
                      <a:pt x="2565" y="5539"/>
                    </a:cubicBezTo>
                    <a:cubicBezTo>
                      <a:pt x="3199" y="5365"/>
                      <a:pt x="3896" y="4731"/>
                      <a:pt x="3871" y="4009"/>
                    </a:cubicBezTo>
                    <a:cubicBezTo>
                      <a:pt x="3971" y="3772"/>
                      <a:pt x="4095" y="3548"/>
                      <a:pt x="4232" y="3337"/>
                    </a:cubicBezTo>
                    <a:cubicBezTo>
                      <a:pt x="4705" y="2677"/>
                      <a:pt x="4568" y="1793"/>
                      <a:pt x="4232" y="1121"/>
                    </a:cubicBezTo>
                    <a:lnTo>
                      <a:pt x="4195" y="1047"/>
                    </a:lnTo>
                    <a:cubicBezTo>
                      <a:pt x="3996" y="611"/>
                      <a:pt x="3398" y="175"/>
                      <a:pt x="2938" y="76"/>
                    </a:cubicBezTo>
                    <a:cubicBezTo>
                      <a:pt x="2754" y="26"/>
                      <a:pt x="2565" y="1"/>
                      <a:pt x="23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99"/>
              <p:cNvSpPr/>
              <p:nvPr/>
            </p:nvSpPr>
            <p:spPr>
              <a:xfrm>
                <a:off x="4313725" y="3061550"/>
                <a:ext cx="118875" cy="128850"/>
              </a:xfrm>
              <a:custGeom>
                <a:avLst/>
                <a:gdLst/>
                <a:ahLst/>
                <a:cxnLst/>
                <a:rect l="l" t="t" r="r" b="b"/>
                <a:pathLst>
                  <a:path w="4755" h="5154" extrusionOk="0">
                    <a:moveTo>
                      <a:pt x="2496" y="0"/>
                    </a:moveTo>
                    <a:cubicBezTo>
                      <a:pt x="2309" y="0"/>
                      <a:pt x="2115" y="25"/>
                      <a:pt x="1917" y="77"/>
                    </a:cubicBezTo>
                    <a:cubicBezTo>
                      <a:pt x="672" y="438"/>
                      <a:pt x="0" y="1782"/>
                      <a:pt x="461" y="3002"/>
                    </a:cubicBezTo>
                    <a:cubicBezTo>
                      <a:pt x="498" y="3288"/>
                      <a:pt x="536" y="3587"/>
                      <a:pt x="610" y="3873"/>
                    </a:cubicBezTo>
                    <a:cubicBezTo>
                      <a:pt x="773" y="4631"/>
                      <a:pt x="1453" y="5153"/>
                      <a:pt x="2209" y="5153"/>
                    </a:cubicBezTo>
                    <a:cubicBezTo>
                      <a:pt x="2322" y="5153"/>
                      <a:pt x="2437" y="5142"/>
                      <a:pt x="2552" y="5117"/>
                    </a:cubicBezTo>
                    <a:cubicBezTo>
                      <a:pt x="3236" y="4980"/>
                      <a:pt x="3672" y="4321"/>
                      <a:pt x="4058" y="3736"/>
                    </a:cubicBezTo>
                    <a:cubicBezTo>
                      <a:pt x="4394" y="3400"/>
                      <a:pt x="4605" y="2964"/>
                      <a:pt x="4667" y="2491"/>
                    </a:cubicBezTo>
                    <a:cubicBezTo>
                      <a:pt x="4755" y="1844"/>
                      <a:pt x="4580" y="1110"/>
                      <a:pt x="4058" y="649"/>
                    </a:cubicBezTo>
                    <a:cubicBezTo>
                      <a:pt x="3597" y="236"/>
                      <a:pt x="3073" y="0"/>
                      <a:pt x="24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99"/>
              <p:cNvSpPr/>
              <p:nvPr/>
            </p:nvSpPr>
            <p:spPr>
              <a:xfrm>
                <a:off x="4450625" y="3079200"/>
                <a:ext cx="153100" cy="154025"/>
              </a:xfrm>
              <a:custGeom>
                <a:avLst/>
                <a:gdLst/>
                <a:ahLst/>
                <a:cxnLst/>
                <a:rect l="l" t="t" r="r" b="b"/>
                <a:pathLst>
                  <a:path w="6124" h="6161" extrusionOk="0">
                    <a:moveTo>
                      <a:pt x="3111" y="1"/>
                    </a:moveTo>
                    <a:cubicBezTo>
                      <a:pt x="2281" y="1"/>
                      <a:pt x="1417" y="357"/>
                      <a:pt x="872" y="939"/>
                    </a:cubicBezTo>
                    <a:cubicBezTo>
                      <a:pt x="336" y="1499"/>
                      <a:pt x="25" y="2246"/>
                      <a:pt x="0" y="3030"/>
                    </a:cubicBezTo>
                    <a:cubicBezTo>
                      <a:pt x="0" y="3279"/>
                      <a:pt x="25" y="3528"/>
                      <a:pt x="75" y="3764"/>
                    </a:cubicBezTo>
                    <a:cubicBezTo>
                      <a:pt x="137" y="4038"/>
                      <a:pt x="237" y="4312"/>
                      <a:pt x="374" y="4561"/>
                    </a:cubicBezTo>
                    <a:cubicBezTo>
                      <a:pt x="411" y="4623"/>
                      <a:pt x="448" y="4673"/>
                      <a:pt x="486" y="4735"/>
                    </a:cubicBezTo>
                    <a:cubicBezTo>
                      <a:pt x="548" y="4847"/>
                      <a:pt x="635" y="4959"/>
                      <a:pt x="722" y="5071"/>
                    </a:cubicBezTo>
                    <a:cubicBezTo>
                      <a:pt x="1330" y="5774"/>
                      <a:pt x="2221" y="6161"/>
                      <a:pt x="3111" y="6161"/>
                    </a:cubicBezTo>
                    <a:cubicBezTo>
                      <a:pt x="3861" y="6161"/>
                      <a:pt x="4610" y="5887"/>
                      <a:pt x="5190" y="5295"/>
                    </a:cubicBezTo>
                    <a:cubicBezTo>
                      <a:pt x="5788" y="4673"/>
                      <a:pt x="6124" y="3851"/>
                      <a:pt x="6111" y="2993"/>
                    </a:cubicBezTo>
                    <a:cubicBezTo>
                      <a:pt x="6074" y="1661"/>
                      <a:pt x="5178" y="491"/>
                      <a:pt x="3896" y="118"/>
                    </a:cubicBezTo>
                    <a:cubicBezTo>
                      <a:pt x="3646" y="38"/>
                      <a:pt x="3380" y="1"/>
                      <a:pt x="311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99"/>
              <p:cNvSpPr/>
              <p:nvPr/>
            </p:nvSpPr>
            <p:spPr>
              <a:xfrm>
                <a:off x="4617075" y="3152825"/>
                <a:ext cx="134125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364" extrusionOk="0">
                    <a:moveTo>
                      <a:pt x="2683" y="1"/>
                    </a:moveTo>
                    <a:cubicBezTo>
                      <a:pt x="2216" y="1"/>
                      <a:pt x="1749" y="116"/>
                      <a:pt x="1395" y="346"/>
                    </a:cubicBezTo>
                    <a:lnTo>
                      <a:pt x="1332" y="396"/>
                    </a:lnTo>
                    <a:cubicBezTo>
                      <a:pt x="1034" y="558"/>
                      <a:pt x="772" y="794"/>
                      <a:pt x="586" y="1081"/>
                    </a:cubicBezTo>
                    <a:cubicBezTo>
                      <a:pt x="424" y="1242"/>
                      <a:pt x="312" y="1441"/>
                      <a:pt x="250" y="1666"/>
                    </a:cubicBezTo>
                    <a:cubicBezTo>
                      <a:pt x="75" y="1989"/>
                      <a:pt x="1" y="2338"/>
                      <a:pt x="13" y="2698"/>
                    </a:cubicBezTo>
                    <a:cubicBezTo>
                      <a:pt x="51" y="2935"/>
                      <a:pt x="75" y="3159"/>
                      <a:pt x="113" y="3408"/>
                    </a:cubicBezTo>
                    <a:cubicBezTo>
                      <a:pt x="200" y="3619"/>
                      <a:pt x="287" y="3831"/>
                      <a:pt x="374" y="4043"/>
                    </a:cubicBezTo>
                    <a:cubicBezTo>
                      <a:pt x="536" y="4341"/>
                      <a:pt x="772" y="4603"/>
                      <a:pt x="1071" y="4789"/>
                    </a:cubicBezTo>
                    <a:cubicBezTo>
                      <a:pt x="1233" y="4951"/>
                      <a:pt x="1432" y="5076"/>
                      <a:pt x="1656" y="5138"/>
                    </a:cubicBezTo>
                    <a:cubicBezTo>
                      <a:pt x="1945" y="5288"/>
                      <a:pt x="2277" y="5363"/>
                      <a:pt x="2602" y="5363"/>
                    </a:cubicBezTo>
                    <a:cubicBezTo>
                      <a:pt x="2627" y="5363"/>
                      <a:pt x="2652" y="5363"/>
                      <a:pt x="2677" y="5362"/>
                    </a:cubicBezTo>
                    <a:lnTo>
                      <a:pt x="3386" y="5275"/>
                    </a:lnTo>
                    <a:lnTo>
                      <a:pt x="4033" y="5001"/>
                    </a:lnTo>
                    <a:cubicBezTo>
                      <a:pt x="4332" y="4839"/>
                      <a:pt x="4593" y="4603"/>
                      <a:pt x="4780" y="4316"/>
                    </a:cubicBezTo>
                    <a:cubicBezTo>
                      <a:pt x="4942" y="4155"/>
                      <a:pt x="5054" y="3943"/>
                      <a:pt x="5116" y="3719"/>
                    </a:cubicBezTo>
                    <a:cubicBezTo>
                      <a:pt x="5290" y="3408"/>
                      <a:pt x="5365" y="3059"/>
                      <a:pt x="5352" y="2698"/>
                    </a:cubicBezTo>
                    <a:lnTo>
                      <a:pt x="5253" y="1989"/>
                    </a:lnTo>
                    <a:cubicBezTo>
                      <a:pt x="5166" y="1778"/>
                      <a:pt x="5079" y="1566"/>
                      <a:pt x="4991" y="1354"/>
                    </a:cubicBezTo>
                    <a:cubicBezTo>
                      <a:pt x="4755" y="956"/>
                      <a:pt x="4419" y="620"/>
                      <a:pt x="4033" y="396"/>
                    </a:cubicBezTo>
                    <a:lnTo>
                      <a:pt x="3971" y="346"/>
                    </a:lnTo>
                    <a:cubicBezTo>
                      <a:pt x="3616" y="116"/>
                      <a:pt x="3150" y="1"/>
                      <a:pt x="26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99"/>
              <p:cNvSpPr/>
              <p:nvPr/>
            </p:nvSpPr>
            <p:spPr>
              <a:xfrm>
                <a:off x="4496975" y="3293050"/>
                <a:ext cx="183600" cy="176775"/>
              </a:xfrm>
              <a:custGeom>
                <a:avLst/>
                <a:gdLst/>
                <a:ahLst/>
                <a:cxnLst/>
                <a:rect l="l" t="t" r="r" b="b"/>
                <a:pathLst>
                  <a:path w="7344" h="7071" extrusionOk="0">
                    <a:moveTo>
                      <a:pt x="3967" y="1"/>
                    </a:moveTo>
                    <a:cubicBezTo>
                      <a:pt x="3666" y="1"/>
                      <a:pt x="3365" y="38"/>
                      <a:pt x="3075" y="114"/>
                    </a:cubicBezTo>
                    <a:cubicBezTo>
                      <a:pt x="1805" y="475"/>
                      <a:pt x="810" y="1458"/>
                      <a:pt x="436" y="2715"/>
                    </a:cubicBezTo>
                    <a:cubicBezTo>
                      <a:pt x="1" y="4183"/>
                      <a:pt x="673" y="5752"/>
                      <a:pt x="1930" y="6548"/>
                    </a:cubicBezTo>
                    <a:cubicBezTo>
                      <a:pt x="2501" y="6896"/>
                      <a:pt x="3144" y="7071"/>
                      <a:pt x="3789" y="7071"/>
                    </a:cubicBezTo>
                    <a:cubicBezTo>
                      <a:pt x="4368" y="7071"/>
                      <a:pt x="4947" y="6930"/>
                      <a:pt x="5477" y="6648"/>
                    </a:cubicBezTo>
                    <a:cubicBezTo>
                      <a:pt x="6472" y="6075"/>
                      <a:pt x="7120" y="5017"/>
                      <a:pt x="7157" y="3860"/>
                    </a:cubicBezTo>
                    <a:cubicBezTo>
                      <a:pt x="7344" y="3126"/>
                      <a:pt x="7257" y="2341"/>
                      <a:pt x="6896" y="1669"/>
                    </a:cubicBezTo>
                    <a:cubicBezTo>
                      <a:pt x="6340" y="578"/>
                      <a:pt x="5151" y="1"/>
                      <a:pt x="39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99"/>
              <p:cNvSpPr/>
              <p:nvPr/>
            </p:nvSpPr>
            <p:spPr>
              <a:xfrm>
                <a:off x="4402075" y="3448100"/>
                <a:ext cx="122000" cy="122150"/>
              </a:xfrm>
              <a:custGeom>
                <a:avLst/>
                <a:gdLst/>
                <a:ahLst/>
                <a:cxnLst/>
                <a:rect l="l" t="t" r="r" b="b"/>
                <a:pathLst>
                  <a:path w="4880" h="4886" extrusionOk="0">
                    <a:moveTo>
                      <a:pt x="2440" y="1"/>
                    </a:moveTo>
                    <a:cubicBezTo>
                      <a:pt x="1815" y="1"/>
                      <a:pt x="1189" y="240"/>
                      <a:pt x="710" y="719"/>
                    </a:cubicBezTo>
                    <a:cubicBezTo>
                      <a:pt x="275" y="1192"/>
                      <a:pt x="26" y="1802"/>
                      <a:pt x="1" y="2449"/>
                    </a:cubicBezTo>
                    <a:cubicBezTo>
                      <a:pt x="26" y="3072"/>
                      <a:pt x="237" y="3731"/>
                      <a:pt x="710" y="4167"/>
                    </a:cubicBezTo>
                    <a:cubicBezTo>
                      <a:pt x="1189" y="4646"/>
                      <a:pt x="1815" y="4886"/>
                      <a:pt x="2440" y="4886"/>
                    </a:cubicBezTo>
                    <a:cubicBezTo>
                      <a:pt x="3066" y="4886"/>
                      <a:pt x="3691" y="4646"/>
                      <a:pt x="4170" y="4167"/>
                    </a:cubicBezTo>
                    <a:cubicBezTo>
                      <a:pt x="4606" y="3694"/>
                      <a:pt x="4855" y="3084"/>
                      <a:pt x="4880" y="2449"/>
                    </a:cubicBezTo>
                    <a:cubicBezTo>
                      <a:pt x="4855" y="1815"/>
                      <a:pt x="4643" y="1155"/>
                      <a:pt x="4170" y="719"/>
                    </a:cubicBezTo>
                    <a:cubicBezTo>
                      <a:pt x="3691" y="240"/>
                      <a:pt x="3066" y="1"/>
                      <a:pt x="24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9" name="Google Shape;999;p99"/>
            <p:cNvGrpSpPr/>
            <p:nvPr/>
          </p:nvGrpSpPr>
          <p:grpSpPr>
            <a:xfrm rot="10800000">
              <a:off x="8079087" y="274307"/>
              <a:ext cx="699624" cy="760571"/>
              <a:chOff x="8472500" y="116350"/>
              <a:chExt cx="573886" cy="623879"/>
            </a:xfrm>
          </p:grpSpPr>
          <p:sp>
            <p:nvSpPr>
              <p:cNvPr id="1000" name="Google Shape;1000;p99"/>
              <p:cNvSpPr/>
              <p:nvPr/>
            </p:nvSpPr>
            <p:spPr>
              <a:xfrm>
                <a:off x="8850559" y="11635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99"/>
              <p:cNvSpPr/>
              <p:nvPr/>
            </p:nvSpPr>
            <p:spPr>
              <a:xfrm>
                <a:off x="8732698" y="480857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99"/>
              <p:cNvSpPr/>
              <p:nvPr/>
            </p:nvSpPr>
            <p:spPr>
              <a:xfrm>
                <a:off x="8631796" y="284314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99"/>
              <p:cNvSpPr/>
              <p:nvPr/>
            </p:nvSpPr>
            <p:spPr>
              <a:xfrm>
                <a:off x="8472500" y="616574"/>
                <a:ext cx="137447" cy="12365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5" name="Google Shape;1005;p100"/>
          <p:cNvGrpSpPr/>
          <p:nvPr/>
        </p:nvGrpSpPr>
        <p:grpSpPr>
          <a:xfrm>
            <a:off x="515512" y="400600"/>
            <a:ext cx="7991645" cy="4391063"/>
            <a:chOff x="515512" y="400600"/>
            <a:chExt cx="7991645" cy="4391063"/>
          </a:xfrm>
        </p:grpSpPr>
        <p:grpSp>
          <p:nvGrpSpPr>
            <p:cNvPr id="1006" name="Google Shape;1006;p100"/>
            <p:cNvGrpSpPr/>
            <p:nvPr/>
          </p:nvGrpSpPr>
          <p:grpSpPr>
            <a:xfrm>
              <a:off x="7455142" y="3893946"/>
              <a:ext cx="1052016" cy="897716"/>
              <a:chOff x="6501025" y="2106525"/>
              <a:chExt cx="846625" cy="722450"/>
            </a:xfrm>
          </p:grpSpPr>
          <p:sp>
            <p:nvSpPr>
              <p:cNvPr id="1007" name="Google Shape;1007;p100"/>
              <p:cNvSpPr/>
              <p:nvPr/>
            </p:nvSpPr>
            <p:spPr>
              <a:xfrm>
                <a:off x="6501025" y="2106525"/>
                <a:ext cx="728400" cy="722450"/>
              </a:xfrm>
              <a:custGeom>
                <a:avLst/>
                <a:gdLst/>
                <a:ahLst/>
                <a:cxnLst/>
                <a:rect l="l" t="t" r="r" b="b"/>
                <a:pathLst>
                  <a:path w="29136" h="28898" extrusionOk="0">
                    <a:moveTo>
                      <a:pt x="16801" y="1"/>
                    </a:moveTo>
                    <a:cubicBezTo>
                      <a:pt x="14850" y="1"/>
                      <a:pt x="13073" y="910"/>
                      <a:pt x="12260" y="3294"/>
                    </a:cubicBezTo>
                    <a:cubicBezTo>
                      <a:pt x="11550" y="5347"/>
                      <a:pt x="12421" y="7177"/>
                      <a:pt x="13765" y="8720"/>
                    </a:cubicBezTo>
                    <a:cubicBezTo>
                      <a:pt x="14201" y="9218"/>
                      <a:pt x="14662" y="9691"/>
                      <a:pt x="15110" y="10176"/>
                    </a:cubicBezTo>
                    <a:cubicBezTo>
                      <a:pt x="14736" y="9952"/>
                      <a:pt x="14375" y="9740"/>
                      <a:pt x="14002" y="9529"/>
                    </a:cubicBezTo>
                    <a:cubicBezTo>
                      <a:pt x="13005" y="8952"/>
                      <a:pt x="11846" y="8552"/>
                      <a:pt x="10727" y="8552"/>
                    </a:cubicBezTo>
                    <a:cubicBezTo>
                      <a:pt x="9626" y="8552"/>
                      <a:pt x="8563" y="8939"/>
                      <a:pt x="7729" y="9927"/>
                    </a:cubicBezTo>
                    <a:cubicBezTo>
                      <a:pt x="5975" y="12005"/>
                      <a:pt x="6659" y="14719"/>
                      <a:pt x="8439" y="16498"/>
                    </a:cubicBezTo>
                    <a:cubicBezTo>
                      <a:pt x="8725" y="16785"/>
                      <a:pt x="9036" y="17046"/>
                      <a:pt x="9347" y="17307"/>
                    </a:cubicBezTo>
                    <a:cubicBezTo>
                      <a:pt x="8512" y="16961"/>
                      <a:pt x="7623" y="16766"/>
                      <a:pt x="6753" y="16766"/>
                    </a:cubicBezTo>
                    <a:cubicBezTo>
                      <a:pt x="5588" y="16766"/>
                      <a:pt x="4460" y="17117"/>
                      <a:pt x="3548" y="17930"/>
                    </a:cubicBezTo>
                    <a:cubicBezTo>
                      <a:pt x="1" y="21078"/>
                      <a:pt x="3050" y="25621"/>
                      <a:pt x="6273" y="27413"/>
                    </a:cubicBezTo>
                    <a:cubicBezTo>
                      <a:pt x="8099" y="28439"/>
                      <a:pt x="10073" y="28898"/>
                      <a:pt x="12054" y="28898"/>
                    </a:cubicBezTo>
                    <a:cubicBezTo>
                      <a:pt x="17232" y="28898"/>
                      <a:pt x="22461" y="25767"/>
                      <a:pt x="25215" y="21464"/>
                    </a:cubicBezTo>
                    <a:cubicBezTo>
                      <a:pt x="29136" y="15316"/>
                      <a:pt x="28053" y="6629"/>
                      <a:pt x="22191" y="2012"/>
                    </a:cubicBezTo>
                    <a:cubicBezTo>
                      <a:pt x="20699" y="836"/>
                      <a:pt x="18670" y="1"/>
                      <a:pt x="1680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100"/>
              <p:cNvSpPr/>
              <p:nvPr/>
            </p:nvSpPr>
            <p:spPr>
              <a:xfrm>
                <a:off x="7042100" y="2207400"/>
                <a:ext cx="305550" cy="26210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100"/>
              <p:cNvSpPr/>
              <p:nvPr/>
            </p:nvSpPr>
            <p:spPr>
              <a:xfrm>
                <a:off x="6997300" y="2542575"/>
                <a:ext cx="183900" cy="165425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100"/>
              <p:cNvSpPr/>
              <p:nvPr/>
            </p:nvSpPr>
            <p:spPr>
              <a:xfrm>
                <a:off x="6882175" y="2378125"/>
                <a:ext cx="157450" cy="141875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1" name="Google Shape;1011;p100"/>
            <p:cNvGrpSpPr/>
            <p:nvPr/>
          </p:nvGrpSpPr>
          <p:grpSpPr>
            <a:xfrm flipH="1">
              <a:off x="515512" y="400600"/>
              <a:ext cx="1052009" cy="789635"/>
              <a:chOff x="8089048" y="269900"/>
              <a:chExt cx="767162" cy="575829"/>
            </a:xfrm>
          </p:grpSpPr>
          <p:sp>
            <p:nvSpPr>
              <p:cNvPr id="1012" name="Google Shape;1012;p100"/>
              <p:cNvSpPr/>
              <p:nvPr/>
            </p:nvSpPr>
            <p:spPr>
              <a:xfrm>
                <a:off x="8660384" y="269900"/>
                <a:ext cx="195827" cy="167980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100"/>
              <p:cNvSpPr/>
              <p:nvPr/>
            </p:nvSpPr>
            <p:spPr>
              <a:xfrm>
                <a:off x="8369973" y="534995"/>
                <a:ext cx="117862" cy="106021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6617" extrusionOk="0">
                    <a:moveTo>
                      <a:pt x="3610" y="1"/>
                    </a:moveTo>
                    <a:cubicBezTo>
                      <a:pt x="2999" y="1"/>
                      <a:pt x="2391" y="164"/>
                      <a:pt x="1855" y="488"/>
                    </a:cubicBezTo>
                    <a:cubicBezTo>
                      <a:pt x="1295" y="824"/>
                      <a:pt x="859" y="1321"/>
                      <a:pt x="573" y="1906"/>
                    </a:cubicBezTo>
                    <a:cubicBezTo>
                      <a:pt x="150" y="2665"/>
                      <a:pt x="0" y="3586"/>
                      <a:pt x="311" y="4408"/>
                    </a:cubicBezTo>
                    <a:cubicBezTo>
                      <a:pt x="825" y="5776"/>
                      <a:pt x="2224" y="6616"/>
                      <a:pt x="3609" y="6616"/>
                    </a:cubicBezTo>
                    <a:cubicBezTo>
                      <a:pt x="4404" y="6616"/>
                      <a:pt x="5195" y="6340"/>
                      <a:pt x="5812" y="5727"/>
                    </a:cubicBezTo>
                    <a:cubicBezTo>
                      <a:pt x="7356" y="4196"/>
                      <a:pt x="7057" y="1309"/>
                      <a:pt x="5066" y="326"/>
                    </a:cubicBezTo>
                    <a:cubicBezTo>
                      <a:pt x="4603" y="108"/>
                      <a:pt x="4106" y="1"/>
                      <a:pt x="3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100"/>
              <p:cNvSpPr/>
              <p:nvPr/>
            </p:nvSpPr>
            <p:spPr>
              <a:xfrm>
                <a:off x="8097521" y="346952"/>
                <a:ext cx="100910" cy="90928"/>
              </a:xfrm>
              <a:custGeom>
                <a:avLst/>
                <a:gdLst/>
                <a:ahLst/>
                <a:cxnLst/>
                <a:rect l="l" t="t" r="r" b="b"/>
                <a:pathLst>
                  <a:path w="6298" h="5675" extrusionOk="0">
                    <a:moveTo>
                      <a:pt x="3026" y="0"/>
                    </a:moveTo>
                    <a:cubicBezTo>
                      <a:pt x="2241" y="0"/>
                      <a:pt x="1460" y="315"/>
                      <a:pt x="946" y="967"/>
                    </a:cubicBezTo>
                    <a:cubicBezTo>
                      <a:pt x="847" y="1104"/>
                      <a:pt x="747" y="1266"/>
                      <a:pt x="673" y="1428"/>
                    </a:cubicBezTo>
                    <a:cubicBezTo>
                      <a:pt x="212" y="1988"/>
                      <a:pt x="0" y="2710"/>
                      <a:pt x="88" y="3431"/>
                    </a:cubicBezTo>
                    <a:cubicBezTo>
                      <a:pt x="284" y="4785"/>
                      <a:pt x="1585" y="5674"/>
                      <a:pt x="2889" y="5674"/>
                    </a:cubicBezTo>
                    <a:cubicBezTo>
                      <a:pt x="3240" y="5674"/>
                      <a:pt x="3591" y="5610"/>
                      <a:pt x="3921" y="5472"/>
                    </a:cubicBezTo>
                    <a:cubicBezTo>
                      <a:pt x="5526" y="4813"/>
                      <a:pt x="6298" y="2734"/>
                      <a:pt x="5352" y="1229"/>
                    </a:cubicBezTo>
                    <a:cubicBezTo>
                      <a:pt x="4845" y="421"/>
                      <a:pt x="3933" y="0"/>
                      <a:pt x="30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100"/>
              <p:cNvSpPr/>
              <p:nvPr/>
            </p:nvSpPr>
            <p:spPr>
              <a:xfrm>
                <a:off x="8089048" y="744637"/>
                <a:ext cx="117851" cy="101092"/>
              </a:xfrm>
              <a:custGeom>
                <a:avLst/>
                <a:gdLst/>
                <a:ahLst/>
                <a:cxnLst/>
                <a:rect l="l" t="t" r="r" b="b"/>
                <a:pathLst>
                  <a:path w="12222" h="10484" extrusionOk="0">
                    <a:moveTo>
                      <a:pt x="6489" y="1"/>
                    </a:moveTo>
                    <a:cubicBezTo>
                      <a:pt x="5569" y="1"/>
                      <a:pt x="4657" y="256"/>
                      <a:pt x="3871" y="802"/>
                    </a:cubicBezTo>
                    <a:cubicBezTo>
                      <a:pt x="2813" y="1287"/>
                      <a:pt x="1867" y="2109"/>
                      <a:pt x="1407" y="2868"/>
                    </a:cubicBezTo>
                    <a:cubicBezTo>
                      <a:pt x="0" y="5232"/>
                      <a:pt x="971" y="8120"/>
                      <a:pt x="3199" y="9563"/>
                    </a:cubicBezTo>
                    <a:cubicBezTo>
                      <a:pt x="4136" y="10179"/>
                      <a:pt x="5198" y="10484"/>
                      <a:pt x="6248" y="10484"/>
                    </a:cubicBezTo>
                    <a:cubicBezTo>
                      <a:pt x="7682" y="10484"/>
                      <a:pt x="9095" y="9917"/>
                      <a:pt x="10144" y="8804"/>
                    </a:cubicBezTo>
                    <a:cubicBezTo>
                      <a:pt x="11986" y="6825"/>
                      <a:pt x="12222" y="3565"/>
                      <a:pt x="10256" y="1586"/>
                    </a:cubicBezTo>
                    <a:cubicBezTo>
                      <a:pt x="9244" y="566"/>
                      <a:pt x="7858" y="1"/>
                      <a:pt x="6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46.xml"/><Relationship Id="rId42" Type="http://schemas.openxmlformats.org/officeDocument/2006/relationships/slideLayout" Target="../slideLayouts/slideLayout54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53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72.xml"/><Relationship Id="rId26" Type="http://schemas.openxmlformats.org/officeDocument/2006/relationships/slideLayout" Target="../slideLayouts/slideLayout80.xml"/><Relationship Id="rId39" Type="http://schemas.openxmlformats.org/officeDocument/2006/relationships/slideLayout" Target="../slideLayouts/slideLayout93.xml"/><Relationship Id="rId21" Type="http://schemas.openxmlformats.org/officeDocument/2006/relationships/slideLayout" Target="../slideLayouts/slideLayout75.xml"/><Relationship Id="rId34" Type="http://schemas.openxmlformats.org/officeDocument/2006/relationships/slideLayout" Target="../slideLayouts/slideLayout88.xml"/><Relationship Id="rId42" Type="http://schemas.openxmlformats.org/officeDocument/2006/relationships/slideLayout" Target="../slideLayouts/slideLayout96.xml"/><Relationship Id="rId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20" Type="http://schemas.openxmlformats.org/officeDocument/2006/relationships/slideLayout" Target="../slideLayouts/slideLayout74.xml"/><Relationship Id="rId29" Type="http://schemas.openxmlformats.org/officeDocument/2006/relationships/slideLayout" Target="../slideLayouts/slideLayout83.xml"/><Relationship Id="rId41" Type="http://schemas.openxmlformats.org/officeDocument/2006/relationships/slideLayout" Target="../slideLayouts/slideLayout95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5.xml"/><Relationship Id="rId24" Type="http://schemas.openxmlformats.org/officeDocument/2006/relationships/slideLayout" Target="../slideLayouts/slideLayout78.xml"/><Relationship Id="rId32" Type="http://schemas.openxmlformats.org/officeDocument/2006/relationships/slideLayout" Target="../slideLayouts/slideLayout86.xml"/><Relationship Id="rId37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4.xml"/><Relationship Id="rId5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9.xml"/><Relationship Id="rId23" Type="http://schemas.openxmlformats.org/officeDocument/2006/relationships/slideLayout" Target="../slideLayouts/slideLayout77.xml"/><Relationship Id="rId28" Type="http://schemas.openxmlformats.org/officeDocument/2006/relationships/slideLayout" Target="../slideLayouts/slideLayout82.xml"/><Relationship Id="rId36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64.xml"/><Relationship Id="rId19" Type="http://schemas.openxmlformats.org/officeDocument/2006/relationships/slideLayout" Target="../slideLayouts/slideLayout73.xml"/><Relationship Id="rId31" Type="http://schemas.openxmlformats.org/officeDocument/2006/relationships/slideLayout" Target="../slideLayouts/slideLayout85.xml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Relationship Id="rId22" Type="http://schemas.openxmlformats.org/officeDocument/2006/relationships/slideLayout" Target="../slideLayouts/slideLayout76.xml"/><Relationship Id="rId27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4.xml"/><Relationship Id="rId35" Type="http://schemas.openxmlformats.org/officeDocument/2006/relationships/slideLayout" Target="../slideLayouts/slideLayout89.xml"/><Relationship Id="rId43" Type="http://schemas.openxmlformats.org/officeDocument/2006/relationships/theme" Target="../theme/theme4.xml"/><Relationship Id="rId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71.xml"/><Relationship Id="rId25" Type="http://schemas.openxmlformats.org/officeDocument/2006/relationships/slideLayout" Target="../slideLayouts/slideLayout79.xml"/><Relationship Id="rId33" Type="http://schemas.openxmlformats.org/officeDocument/2006/relationships/slideLayout" Target="../slideLayouts/slideLayout87.xml"/><Relationship Id="rId38" Type="http://schemas.openxmlformats.org/officeDocument/2006/relationships/slideLayout" Target="../slideLayouts/slideLayout9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6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●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○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■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●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○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■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●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○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Glegoo"/>
              <a:buChar char="■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58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536" name="Google Shape;536;p58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6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●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○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■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●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○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■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●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egoo"/>
              <a:buChar char="○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Glegoo"/>
              <a:buChar char="■"/>
              <a:defRPr>
                <a:solidFill>
                  <a:schemeClr val="dk1"/>
                </a:solidFill>
                <a:latin typeface="Glegoo"/>
                <a:ea typeface="Glegoo"/>
                <a:cs typeface="Glegoo"/>
                <a:sym typeface="Glego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nigms.nih.gov/image-gallery/7036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ww.chegg.com/homework-help/questions-and-answers/use-blank-dna-strip-along-rest-paper-model-pieces-design-donor-template-sequences-15-bp-ho-q72602880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101"/>
          <p:cNvSpPr txBox="1">
            <a:spLocks noGrp="1"/>
          </p:cNvSpPr>
          <p:nvPr>
            <p:ph type="ctrTitle"/>
          </p:nvPr>
        </p:nvSpPr>
        <p:spPr>
          <a:xfrm>
            <a:off x="1954497" y="1343549"/>
            <a:ext cx="5235206" cy="18853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/>
              <a:t>CRISPR </a:t>
            </a:r>
            <a:br>
              <a:rPr lang="en" dirty="0"/>
            </a:br>
            <a:r>
              <a:rPr lang="en"/>
              <a:t>Cut-and-Paste</a:t>
            </a:r>
          </a:p>
        </p:txBody>
      </p:sp>
      <p:sp>
        <p:nvSpPr>
          <p:cNvPr id="1021" name="Google Shape;1021;p101"/>
          <p:cNvSpPr/>
          <p:nvPr/>
        </p:nvSpPr>
        <p:spPr>
          <a:xfrm rot="-1274851">
            <a:off x="4096683" y="382948"/>
            <a:ext cx="950832" cy="527644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22" name="Google Shape;1022;p101"/>
          <p:cNvGrpSpPr/>
          <p:nvPr/>
        </p:nvGrpSpPr>
        <p:grpSpPr>
          <a:xfrm>
            <a:off x="320541" y="3809866"/>
            <a:ext cx="1138075" cy="1174798"/>
            <a:chOff x="1220300" y="465175"/>
            <a:chExt cx="1445725" cy="1492375"/>
          </a:xfrm>
        </p:grpSpPr>
        <p:sp>
          <p:nvSpPr>
            <p:cNvPr id="1023" name="Google Shape;1023;p101"/>
            <p:cNvSpPr/>
            <p:nvPr/>
          </p:nvSpPr>
          <p:spPr>
            <a:xfrm>
              <a:off x="1220300" y="465175"/>
              <a:ext cx="1445725" cy="1492375"/>
            </a:xfrm>
            <a:custGeom>
              <a:avLst/>
              <a:gdLst/>
              <a:ahLst/>
              <a:cxnLst/>
              <a:rect l="l" t="t" r="r" b="b"/>
              <a:pathLst>
                <a:path w="57829" h="59695" extrusionOk="0">
                  <a:moveTo>
                    <a:pt x="33702" y="1"/>
                  </a:moveTo>
                  <a:cubicBezTo>
                    <a:pt x="32916" y="1"/>
                    <a:pt x="32056" y="670"/>
                    <a:pt x="32255" y="1697"/>
                  </a:cubicBezTo>
                  <a:cubicBezTo>
                    <a:pt x="32442" y="2717"/>
                    <a:pt x="31766" y="3795"/>
                    <a:pt x="31407" y="4729"/>
                  </a:cubicBezTo>
                  <a:cubicBezTo>
                    <a:pt x="31278" y="5074"/>
                    <a:pt x="31163" y="5433"/>
                    <a:pt x="31091" y="5792"/>
                  </a:cubicBezTo>
                  <a:cubicBezTo>
                    <a:pt x="30886" y="5787"/>
                    <a:pt x="30681" y="5783"/>
                    <a:pt x="30476" y="5783"/>
                  </a:cubicBezTo>
                  <a:cubicBezTo>
                    <a:pt x="30121" y="5783"/>
                    <a:pt x="29765" y="5793"/>
                    <a:pt x="29410" y="5821"/>
                  </a:cubicBezTo>
                  <a:cubicBezTo>
                    <a:pt x="29238" y="5835"/>
                    <a:pt x="29037" y="5849"/>
                    <a:pt x="28850" y="5878"/>
                  </a:cubicBezTo>
                  <a:cubicBezTo>
                    <a:pt x="29108" y="4168"/>
                    <a:pt x="29166" y="2488"/>
                    <a:pt x="28131" y="850"/>
                  </a:cubicBezTo>
                  <a:cubicBezTo>
                    <a:pt x="27856" y="404"/>
                    <a:pt x="27447" y="218"/>
                    <a:pt x="27038" y="218"/>
                  </a:cubicBezTo>
                  <a:cubicBezTo>
                    <a:pt x="26103" y="218"/>
                    <a:pt x="25164" y="1185"/>
                    <a:pt x="25804" y="2215"/>
                  </a:cubicBezTo>
                  <a:cubicBezTo>
                    <a:pt x="26551" y="3393"/>
                    <a:pt x="26450" y="4815"/>
                    <a:pt x="26192" y="6237"/>
                  </a:cubicBezTo>
                  <a:cubicBezTo>
                    <a:pt x="25129" y="6424"/>
                    <a:pt x="24066" y="6683"/>
                    <a:pt x="23031" y="6999"/>
                  </a:cubicBezTo>
                  <a:cubicBezTo>
                    <a:pt x="23132" y="6769"/>
                    <a:pt x="23232" y="6539"/>
                    <a:pt x="23333" y="6295"/>
                  </a:cubicBezTo>
                  <a:cubicBezTo>
                    <a:pt x="23907" y="4815"/>
                    <a:pt x="23577" y="3479"/>
                    <a:pt x="22686" y="2186"/>
                  </a:cubicBezTo>
                  <a:cubicBezTo>
                    <a:pt x="22390" y="1765"/>
                    <a:pt x="21974" y="1591"/>
                    <a:pt x="21561" y="1591"/>
                  </a:cubicBezTo>
                  <a:cubicBezTo>
                    <a:pt x="20593" y="1591"/>
                    <a:pt x="19649" y="2553"/>
                    <a:pt x="20344" y="3551"/>
                  </a:cubicBezTo>
                  <a:cubicBezTo>
                    <a:pt x="20761" y="4140"/>
                    <a:pt x="21077" y="4600"/>
                    <a:pt x="20833" y="5318"/>
                  </a:cubicBezTo>
                  <a:cubicBezTo>
                    <a:pt x="20603" y="5979"/>
                    <a:pt x="20258" y="6553"/>
                    <a:pt x="20158" y="7257"/>
                  </a:cubicBezTo>
                  <a:cubicBezTo>
                    <a:pt x="20115" y="7516"/>
                    <a:pt x="20100" y="7789"/>
                    <a:pt x="20100" y="8048"/>
                  </a:cubicBezTo>
                  <a:cubicBezTo>
                    <a:pt x="19798" y="8191"/>
                    <a:pt x="19482" y="8321"/>
                    <a:pt x="19166" y="8464"/>
                  </a:cubicBezTo>
                  <a:lnTo>
                    <a:pt x="18922" y="8565"/>
                  </a:lnTo>
                  <a:cubicBezTo>
                    <a:pt x="18807" y="8392"/>
                    <a:pt x="18707" y="8206"/>
                    <a:pt x="18635" y="8005"/>
                  </a:cubicBezTo>
                  <a:cubicBezTo>
                    <a:pt x="18448" y="7415"/>
                    <a:pt x="18649" y="6783"/>
                    <a:pt x="18678" y="6194"/>
                  </a:cubicBezTo>
                  <a:cubicBezTo>
                    <a:pt x="18735" y="4930"/>
                    <a:pt x="18491" y="3378"/>
                    <a:pt x="17097" y="2990"/>
                  </a:cubicBezTo>
                  <a:cubicBezTo>
                    <a:pt x="16961" y="2953"/>
                    <a:pt x="16831" y="2935"/>
                    <a:pt x="16707" y="2935"/>
                  </a:cubicBezTo>
                  <a:cubicBezTo>
                    <a:pt x="15471" y="2935"/>
                    <a:pt x="14955" y="4697"/>
                    <a:pt x="15948" y="5390"/>
                  </a:cubicBezTo>
                  <a:cubicBezTo>
                    <a:pt x="15948" y="5418"/>
                    <a:pt x="15962" y="5433"/>
                    <a:pt x="15962" y="5462"/>
                  </a:cubicBezTo>
                  <a:lnTo>
                    <a:pt x="15991" y="5749"/>
                  </a:lnTo>
                  <a:cubicBezTo>
                    <a:pt x="15991" y="6051"/>
                    <a:pt x="15977" y="6338"/>
                    <a:pt x="15948" y="6640"/>
                  </a:cubicBezTo>
                  <a:cubicBezTo>
                    <a:pt x="15891" y="7257"/>
                    <a:pt x="15833" y="7847"/>
                    <a:pt x="15977" y="8464"/>
                  </a:cubicBezTo>
                  <a:cubicBezTo>
                    <a:pt x="16077" y="8910"/>
                    <a:pt x="16250" y="9326"/>
                    <a:pt x="16494" y="9714"/>
                  </a:cubicBezTo>
                  <a:cubicBezTo>
                    <a:pt x="16178" y="9901"/>
                    <a:pt x="15862" y="10088"/>
                    <a:pt x="15560" y="10289"/>
                  </a:cubicBezTo>
                  <a:cubicBezTo>
                    <a:pt x="14928" y="10749"/>
                    <a:pt x="14353" y="11180"/>
                    <a:pt x="13822" y="11596"/>
                  </a:cubicBezTo>
                  <a:cubicBezTo>
                    <a:pt x="13621" y="11453"/>
                    <a:pt x="13462" y="11266"/>
                    <a:pt x="13362" y="11050"/>
                  </a:cubicBezTo>
                  <a:cubicBezTo>
                    <a:pt x="13247" y="10734"/>
                    <a:pt x="13391" y="10260"/>
                    <a:pt x="13362" y="9915"/>
                  </a:cubicBezTo>
                  <a:cubicBezTo>
                    <a:pt x="13333" y="8565"/>
                    <a:pt x="12572" y="7329"/>
                    <a:pt x="11379" y="6668"/>
                  </a:cubicBezTo>
                  <a:cubicBezTo>
                    <a:pt x="11153" y="6545"/>
                    <a:pt x="10931" y="6490"/>
                    <a:pt x="10721" y="6490"/>
                  </a:cubicBezTo>
                  <a:cubicBezTo>
                    <a:pt x="9518" y="6490"/>
                    <a:pt x="8730" y="8276"/>
                    <a:pt x="10014" y="9010"/>
                  </a:cubicBezTo>
                  <a:cubicBezTo>
                    <a:pt x="11078" y="9599"/>
                    <a:pt x="10503" y="10921"/>
                    <a:pt x="10805" y="11898"/>
                  </a:cubicBezTo>
                  <a:cubicBezTo>
                    <a:pt x="11020" y="12545"/>
                    <a:pt x="11437" y="12976"/>
                    <a:pt x="11882" y="13392"/>
                  </a:cubicBezTo>
                  <a:cubicBezTo>
                    <a:pt x="11092" y="14240"/>
                    <a:pt x="10345" y="15159"/>
                    <a:pt x="9684" y="16108"/>
                  </a:cubicBezTo>
                  <a:cubicBezTo>
                    <a:pt x="9497" y="15662"/>
                    <a:pt x="9239" y="15246"/>
                    <a:pt x="8922" y="14886"/>
                  </a:cubicBezTo>
                  <a:cubicBezTo>
                    <a:pt x="8180" y="14067"/>
                    <a:pt x="7140" y="13601"/>
                    <a:pt x="6058" y="13601"/>
                  </a:cubicBezTo>
                  <a:cubicBezTo>
                    <a:pt x="5926" y="13601"/>
                    <a:pt x="5794" y="13608"/>
                    <a:pt x="5661" y="13622"/>
                  </a:cubicBezTo>
                  <a:cubicBezTo>
                    <a:pt x="4943" y="13694"/>
                    <a:pt x="4311" y="14182"/>
                    <a:pt x="4311" y="14973"/>
                  </a:cubicBezTo>
                  <a:cubicBezTo>
                    <a:pt x="4311" y="15618"/>
                    <a:pt x="4874" y="16328"/>
                    <a:pt x="5563" y="16328"/>
                  </a:cubicBezTo>
                  <a:cubicBezTo>
                    <a:pt x="5595" y="16328"/>
                    <a:pt x="5628" y="16326"/>
                    <a:pt x="5661" y="16323"/>
                  </a:cubicBezTo>
                  <a:cubicBezTo>
                    <a:pt x="5759" y="16311"/>
                    <a:pt x="5855" y="16305"/>
                    <a:pt x="5947" y="16305"/>
                  </a:cubicBezTo>
                  <a:cubicBezTo>
                    <a:pt x="6531" y="16305"/>
                    <a:pt x="6989" y="16551"/>
                    <a:pt x="7213" y="17171"/>
                  </a:cubicBezTo>
                  <a:cubicBezTo>
                    <a:pt x="7356" y="17616"/>
                    <a:pt x="7428" y="18062"/>
                    <a:pt x="7644" y="18478"/>
                  </a:cubicBezTo>
                  <a:cubicBezTo>
                    <a:pt x="7744" y="18694"/>
                    <a:pt x="7874" y="18881"/>
                    <a:pt x="8017" y="19067"/>
                  </a:cubicBezTo>
                  <a:cubicBezTo>
                    <a:pt x="7615" y="19972"/>
                    <a:pt x="7299" y="20906"/>
                    <a:pt x="7040" y="21855"/>
                  </a:cubicBezTo>
                  <a:cubicBezTo>
                    <a:pt x="6566" y="21768"/>
                    <a:pt x="6092" y="21740"/>
                    <a:pt x="5604" y="21740"/>
                  </a:cubicBezTo>
                  <a:cubicBezTo>
                    <a:pt x="4445" y="21727"/>
                    <a:pt x="3607" y="20970"/>
                    <a:pt x="2492" y="20970"/>
                  </a:cubicBezTo>
                  <a:cubicBezTo>
                    <a:pt x="2294" y="20970"/>
                    <a:pt x="2087" y="20994"/>
                    <a:pt x="1868" y="21050"/>
                  </a:cubicBezTo>
                  <a:cubicBezTo>
                    <a:pt x="311" y="21436"/>
                    <a:pt x="800" y="23695"/>
                    <a:pt x="2228" y="23695"/>
                  </a:cubicBezTo>
                  <a:cubicBezTo>
                    <a:pt x="2342" y="23695"/>
                    <a:pt x="2461" y="23681"/>
                    <a:pt x="2586" y="23650"/>
                  </a:cubicBezTo>
                  <a:cubicBezTo>
                    <a:pt x="2616" y="23642"/>
                    <a:pt x="2647" y="23638"/>
                    <a:pt x="2679" y="23638"/>
                  </a:cubicBezTo>
                  <a:cubicBezTo>
                    <a:pt x="2974" y="23638"/>
                    <a:pt x="3360" y="23965"/>
                    <a:pt x="3607" y="24081"/>
                  </a:cubicBezTo>
                  <a:cubicBezTo>
                    <a:pt x="4052" y="24268"/>
                    <a:pt x="4512" y="24383"/>
                    <a:pt x="5000" y="24412"/>
                  </a:cubicBezTo>
                  <a:cubicBezTo>
                    <a:pt x="5067" y="24419"/>
                    <a:pt x="5138" y="24421"/>
                    <a:pt x="5211" y="24421"/>
                  </a:cubicBezTo>
                  <a:cubicBezTo>
                    <a:pt x="5443" y="24421"/>
                    <a:pt x="5701" y="24396"/>
                    <a:pt x="5950" y="24396"/>
                  </a:cubicBezTo>
                  <a:cubicBezTo>
                    <a:pt x="6131" y="24396"/>
                    <a:pt x="6308" y="24409"/>
                    <a:pt x="6466" y="24455"/>
                  </a:cubicBezTo>
                  <a:cubicBezTo>
                    <a:pt x="6308" y="25446"/>
                    <a:pt x="6178" y="26452"/>
                    <a:pt x="6078" y="27443"/>
                  </a:cubicBezTo>
                  <a:cubicBezTo>
                    <a:pt x="6063" y="27558"/>
                    <a:pt x="6049" y="27673"/>
                    <a:pt x="6049" y="27788"/>
                  </a:cubicBezTo>
                  <a:cubicBezTo>
                    <a:pt x="5790" y="27774"/>
                    <a:pt x="5546" y="27745"/>
                    <a:pt x="5288" y="27745"/>
                  </a:cubicBezTo>
                  <a:cubicBezTo>
                    <a:pt x="4411" y="27702"/>
                    <a:pt x="3219" y="27817"/>
                    <a:pt x="2472" y="27242"/>
                  </a:cubicBezTo>
                  <a:cubicBezTo>
                    <a:pt x="2168" y="27007"/>
                    <a:pt x="1812" y="26864"/>
                    <a:pt x="1462" y="26864"/>
                  </a:cubicBezTo>
                  <a:cubicBezTo>
                    <a:pt x="1148" y="26864"/>
                    <a:pt x="839" y="26978"/>
                    <a:pt x="575" y="27242"/>
                  </a:cubicBezTo>
                  <a:cubicBezTo>
                    <a:pt x="101" y="27702"/>
                    <a:pt x="0" y="28693"/>
                    <a:pt x="575" y="29139"/>
                  </a:cubicBezTo>
                  <a:cubicBezTo>
                    <a:pt x="1566" y="29915"/>
                    <a:pt x="2586" y="30245"/>
                    <a:pt x="3836" y="30374"/>
                  </a:cubicBezTo>
                  <a:cubicBezTo>
                    <a:pt x="4555" y="30446"/>
                    <a:pt x="5331" y="30374"/>
                    <a:pt x="6063" y="30475"/>
                  </a:cubicBezTo>
                  <a:cubicBezTo>
                    <a:pt x="6078" y="30604"/>
                    <a:pt x="6092" y="30733"/>
                    <a:pt x="6106" y="30863"/>
                  </a:cubicBezTo>
                  <a:cubicBezTo>
                    <a:pt x="6193" y="31639"/>
                    <a:pt x="6279" y="32414"/>
                    <a:pt x="6379" y="33190"/>
                  </a:cubicBezTo>
                  <a:cubicBezTo>
                    <a:pt x="6020" y="33305"/>
                    <a:pt x="5661" y="33435"/>
                    <a:pt x="5302" y="33578"/>
                  </a:cubicBezTo>
                  <a:cubicBezTo>
                    <a:pt x="4584" y="33870"/>
                    <a:pt x="3886" y="33969"/>
                    <a:pt x="3167" y="33969"/>
                  </a:cubicBezTo>
                  <a:cubicBezTo>
                    <a:pt x="2649" y="33969"/>
                    <a:pt x="2120" y="33917"/>
                    <a:pt x="1566" y="33851"/>
                  </a:cubicBezTo>
                  <a:cubicBezTo>
                    <a:pt x="1535" y="33848"/>
                    <a:pt x="1503" y="33846"/>
                    <a:pt x="1472" y="33846"/>
                  </a:cubicBezTo>
                  <a:cubicBezTo>
                    <a:pt x="795" y="33846"/>
                    <a:pt x="230" y="34570"/>
                    <a:pt x="230" y="35202"/>
                  </a:cubicBezTo>
                  <a:cubicBezTo>
                    <a:pt x="230" y="36006"/>
                    <a:pt x="848" y="36466"/>
                    <a:pt x="1566" y="36552"/>
                  </a:cubicBezTo>
                  <a:cubicBezTo>
                    <a:pt x="2190" y="36619"/>
                    <a:pt x="2809" y="36678"/>
                    <a:pt x="3425" y="36678"/>
                  </a:cubicBezTo>
                  <a:cubicBezTo>
                    <a:pt x="4001" y="36678"/>
                    <a:pt x="4574" y="36626"/>
                    <a:pt x="5144" y="36480"/>
                  </a:cubicBezTo>
                  <a:cubicBezTo>
                    <a:pt x="5704" y="36337"/>
                    <a:pt x="6293" y="35992"/>
                    <a:pt x="6868" y="35819"/>
                  </a:cubicBezTo>
                  <a:cubicBezTo>
                    <a:pt x="6997" y="36337"/>
                    <a:pt x="7155" y="36854"/>
                    <a:pt x="7342" y="37357"/>
                  </a:cubicBezTo>
                  <a:cubicBezTo>
                    <a:pt x="7572" y="37975"/>
                    <a:pt x="7816" y="38592"/>
                    <a:pt x="8060" y="39196"/>
                  </a:cubicBezTo>
                  <a:lnTo>
                    <a:pt x="7802" y="39196"/>
                  </a:lnTo>
                  <a:cubicBezTo>
                    <a:pt x="6049" y="39196"/>
                    <a:pt x="4411" y="39253"/>
                    <a:pt x="3032" y="40474"/>
                  </a:cubicBezTo>
                  <a:cubicBezTo>
                    <a:pt x="2010" y="41373"/>
                    <a:pt x="2954" y="42728"/>
                    <a:pt x="4040" y="42728"/>
                  </a:cubicBezTo>
                  <a:cubicBezTo>
                    <a:pt x="4343" y="42728"/>
                    <a:pt x="4657" y="42622"/>
                    <a:pt x="4943" y="42371"/>
                  </a:cubicBezTo>
                  <a:cubicBezTo>
                    <a:pt x="5473" y="41905"/>
                    <a:pt x="6236" y="41882"/>
                    <a:pt x="6928" y="41882"/>
                  </a:cubicBezTo>
                  <a:cubicBezTo>
                    <a:pt x="7005" y="41882"/>
                    <a:pt x="7081" y="41882"/>
                    <a:pt x="7155" y="41882"/>
                  </a:cubicBezTo>
                  <a:cubicBezTo>
                    <a:pt x="7309" y="41889"/>
                    <a:pt x="7462" y="41891"/>
                    <a:pt x="7616" y="41891"/>
                  </a:cubicBezTo>
                  <a:cubicBezTo>
                    <a:pt x="8180" y="41891"/>
                    <a:pt x="8742" y="41853"/>
                    <a:pt x="9296" y="41796"/>
                  </a:cubicBezTo>
                  <a:cubicBezTo>
                    <a:pt x="9598" y="42342"/>
                    <a:pt x="9899" y="42874"/>
                    <a:pt x="10244" y="43391"/>
                  </a:cubicBezTo>
                  <a:cubicBezTo>
                    <a:pt x="9871" y="43448"/>
                    <a:pt x="9468" y="43477"/>
                    <a:pt x="9052" y="43535"/>
                  </a:cubicBezTo>
                  <a:cubicBezTo>
                    <a:pt x="7615" y="43693"/>
                    <a:pt x="6308" y="44382"/>
                    <a:pt x="5374" y="45460"/>
                  </a:cubicBezTo>
                  <a:cubicBezTo>
                    <a:pt x="4507" y="46458"/>
                    <a:pt x="5408" y="47809"/>
                    <a:pt x="6388" y="47809"/>
                  </a:cubicBezTo>
                  <a:cubicBezTo>
                    <a:pt x="6691" y="47809"/>
                    <a:pt x="7002" y="47680"/>
                    <a:pt x="7270" y="47371"/>
                  </a:cubicBezTo>
                  <a:cubicBezTo>
                    <a:pt x="8405" y="46049"/>
                    <a:pt x="9756" y="46322"/>
                    <a:pt x="11307" y="45991"/>
                  </a:cubicBezTo>
                  <a:cubicBezTo>
                    <a:pt x="11537" y="45934"/>
                    <a:pt x="11767" y="45862"/>
                    <a:pt x="11983" y="45790"/>
                  </a:cubicBezTo>
                  <a:cubicBezTo>
                    <a:pt x="12313" y="46178"/>
                    <a:pt x="12658" y="46552"/>
                    <a:pt x="13017" y="46925"/>
                  </a:cubicBezTo>
                  <a:cubicBezTo>
                    <a:pt x="12830" y="47141"/>
                    <a:pt x="12672" y="47356"/>
                    <a:pt x="12543" y="47601"/>
                  </a:cubicBezTo>
                  <a:cubicBezTo>
                    <a:pt x="12227" y="48175"/>
                    <a:pt x="12141" y="48750"/>
                    <a:pt x="11523" y="49095"/>
                  </a:cubicBezTo>
                  <a:cubicBezTo>
                    <a:pt x="10905" y="49454"/>
                    <a:pt x="10129" y="49540"/>
                    <a:pt x="9440" y="49641"/>
                  </a:cubicBezTo>
                  <a:cubicBezTo>
                    <a:pt x="8721" y="49756"/>
                    <a:pt x="8319" y="50646"/>
                    <a:pt x="8506" y="51293"/>
                  </a:cubicBezTo>
                  <a:cubicBezTo>
                    <a:pt x="8692" y="51950"/>
                    <a:pt x="9252" y="52265"/>
                    <a:pt x="9864" y="52265"/>
                  </a:cubicBezTo>
                  <a:cubicBezTo>
                    <a:pt x="9961" y="52265"/>
                    <a:pt x="10060" y="52257"/>
                    <a:pt x="10158" y="52241"/>
                  </a:cubicBezTo>
                  <a:cubicBezTo>
                    <a:pt x="11480" y="52026"/>
                    <a:pt x="12859" y="51695"/>
                    <a:pt x="13822" y="50704"/>
                  </a:cubicBezTo>
                  <a:cubicBezTo>
                    <a:pt x="14253" y="50273"/>
                    <a:pt x="14497" y="49756"/>
                    <a:pt x="14756" y="49224"/>
                  </a:cubicBezTo>
                  <a:cubicBezTo>
                    <a:pt x="14827" y="49052"/>
                    <a:pt x="14914" y="48894"/>
                    <a:pt x="15014" y="48750"/>
                  </a:cubicBezTo>
                  <a:cubicBezTo>
                    <a:pt x="16207" y="49713"/>
                    <a:pt x="17500" y="50546"/>
                    <a:pt x="18865" y="51221"/>
                  </a:cubicBezTo>
                  <a:cubicBezTo>
                    <a:pt x="18620" y="51264"/>
                    <a:pt x="18376" y="51307"/>
                    <a:pt x="18132" y="51322"/>
                  </a:cubicBezTo>
                  <a:cubicBezTo>
                    <a:pt x="16250" y="51537"/>
                    <a:pt x="15661" y="53261"/>
                    <a:pt x="15675" y="54914"/>
                  </a:cubicBezTo>
                  <a:cubicBezTo>
                    <a:pt x="15682" y="55783"/>
                    <a:pt x="16357" y="56217"/>
                    <a:pt x="17029" y="56217"/>
                  </a:cubicBezTo>
                  <a:cubicBezTo>
                    <a:pt x="17701" y="56217"/>
                    <a:pt x="18369" y="55783"/>
                    <a:pt x="18362" y="54914"/>
                  </a:cubicBezTo>
                  <a:cubicBezTo>
                    <a:pt x="18362" y="54712"/>
                    <a:pt x="18290" y="54181"/>
                    <a:pt x="18434" y="53994"/>
                  </a:cubicBezTo>
                  <a:lnTo>
                    <a:pt x="18620" y="53980"/>
                  </a:lnTo>
                  <a:cubicBezTo>
                    <a:pt x="18821" y="53965"/>
                    <a:pt x="19023" y="53951"/>
                    <a:pt x="19224" y="53908"/>
                  </a:cubicBezTo>
                  <a:cubicBezTo>
                    <a:pt x="19942" y="53822"/>
                    <a:pt x="20603" y="53506"/>
                    <a:pt x="21135" y="53017"/>
                  </a:cubicBezTo>
                  <a:cubicBezTo>
                    <a:pt x="21364" y="52802"/>
                    <a:pt x="21566" y="52572"/>
                    <a:pt x="21738" y="52313"/>
                  </a:cubicBezTo>
                  <a:cubicBezTo>
                    <a:pt x="22169" y="52428"/>
                    <a:pt x="22614" y="52543"/>
                    <a:pt x="23060" y="52629"/>
                  </a:cubicBezTo>
                  <a:cubicBezTo>
                    <a:pt x="22974" y="52802"/>
                    <a:pt x="22887" y="53003"/>
                    <a:pt x="22801" y="53189"/>
                  </a:cubicBezTo>
                  <a:cubicBezTo>
                    <a:pt x="22054" y="54712"/>
                    <a:pt x="21508" y="56221"/>
                    <a:pt x="21882" y="57945"/>
                  </a:cubicBezTo>
                  <a:cubicBezTo>
                    <a:pt x="22031" y="58616"/>
                    <a:pt x="22534" y="58907"/>
                    <a:pt x="23062" y="58907"/>
                  </a:cubicBezTo>
                  <a:cubicBezTo>
                    <a:pt x="23857" y="58907"/>
                    <a:pt x="24707" y="58246"/>
                    <a:pt x="24482" y="57227"/>
                  </a:cubicBezTo>
                  <a:cubicBezTo>
                    <a:pt x="24180" y="55862"/>
                    <a:pt x="25172" y="54554"/>
                    <a:pt x="25689" y="53376"/>
                  </a:cubicBezTo>
                  <a:cubicBezTo>
                    <a:pt x="25732" y="53261"/>
                    <a:pt x="25775" y="53146"/>
                    <a:pt x="25833" y="53031"/>
                  </a:cubicBezTo>
                  <a:cubicBezTo>
                    <a:pt x="26528" y="53117"/>
                    <a:pt x="27231" y="53163"/>
                    <a:pt x="27937" y="53163"/>
                  </a:cubicBezTo>
                  <a:cubicBezTo>
                    <a:pt x="28179" y="53163"/>
                    <a:pt x="28421" y="53157"/>
                    <a:pt x="28663" y="53146"/>
                  </a:cubicBezTo>
                  <a:cubicBezTo>
                    <a:pt x="28692" y="53276"/>
                    <a:pt x="28692" y="53405"/>
                    <a:pt x="28677" y="53534"/>
                  </a:cubicBezTo>
                  <a:cubicBezTo>
                    <a:pt x="28606" y="54052"/>
                    <a:pt x="28160" y="54526"/>
                    <a:pt x="28002" y="55043"/>
                  </a:cubicBezTo>
                  <a:cubicBezTo>
                    <a:pt x="27844" y="55646"/>
                    <a:pt x="27873" y="56278"/>
                    <a:pt x="28117" y="56853"/>
                  </a:cubicBezTo>
                  <a:cubicBezTo>
                    <a:pt x="28289" y="57327"/>
                    <a:pt x="28850" y="57888"/>
                    <a:pt x="28835" y="58390"/>
                  </a:cubicBezTo>
                  <a:cubicBezTo>
                    <a:pt x="28800" y="59260"/>
                    <a:pt x="29457" y="59694"/>
                    <a:pt x="30130" y="59694"/>
                  </a:cubicBezTo>
                  <a:cubicBezTo>
                    <a:pt x="30804" y="59694"/>
                    <a:pt x="31493" y="59260"/>
                    <a:pt x="31522" y="58390"/>
                  </a:cubicBezTo>
                  <a:cubicBezTo>
                    <a:pt x="31551" y="57643"/>
                    <a:pt x="31292" y="57040"/>
                    <a:pt x="30933" y="56408"/>
                  </a:cubicBezTo>
                  <a:cubicBezTo>
                    <a:pt x="30804" y="56163"/>
                    <a:pt x="30603" y="55977"/>
                    <a:pt x="30631" y="55718"/>
                  </a:cubicBezTo>
                  <a:cubicBezTo>
                    <a:pt x="30646" y="55459"/>
                    <a:pt x="30976" y="55072"/>
                    <a:pt x="31077" y="54827"/>
                  </a:cubicBezTo>
                  <a:cubicBezTo>
                    <a:pt x="31335" y="54224"/>
                    <a:pt x="31422" y="53549"/>
                    <a:pt x="31321" y="52888"/>
                  </a:cubicBezTo>
                  <a:cubicBezTo>
                    <a:pt x="32269" y="52758"/>
                    <a:pt x="33232" y="52615"/>
                    <a:pt x="34194" y="52457"/>
                  </a:cubicBezTo>
                  <a:cubicBezTo>
                    <a:pt x="34352" y="53075"/>
                    <a:pt x="34309" y="53707"/>
                    <a:pt x="34209" y="54425"/>
                  </a:cubicBezTo>
                  <a:cubicBezTo>
                    <a:pt x="34065" y="55517"/>
                    <a:pt x="34238" y="56465"/>
                    <a:pt x="34985" y="57298"/>
                  </a:cubicBezTo>
                  <a:cubicBezTo>
                    <a:pt x="35258" y="57602"/>
                    <a:pt x="35571" y="57729"/>
                    <a:pt x="35877" y="57729"/>
                  </a:cubicBezTo>
                  <a:cubicBezTo>
                    <a:pt x="36871" y="57729"/>
                    <a:pt x="37775" y="56380"/>
                    <a:pt x="36895" y="55402"/>
                  </a:cubicBezTo>
                  <a:cubicBezTo>
                    <a:pt x="36680" y="55158"/>
                    <a:pt x="36895" y="54569"/>
                    <a:pt x="36939" y="54296"/>
                  </a:cubicBezTo>
                  <a:cubicBezTo>
                    <a:pt x="37082" y="53520"/>
                    <a:pt x="37053" y="52701"/>
                    <a:pt x="36852" y="51925"/>
                  </a:cubicBezTo>
                  <a:cubicBezTo>
                    <a:pt x="37671" y="51753"/>
                    <a:pt x="38476" y="51523"/>
                    <a:pt x="39266" y="51236"/>
                  </a:cubicBezTo>
                  <a:lnTo>
                    <a:pt x="39611" y="51106"/>
                  </a:lnTo>
                  <a:cubicBezTo>
                    <a:pt x="39826" y="51336"/>
                    <a:pt x="39956" y="51638"/>
                    <a:pt x="39984" y="51954"/>
                  </a:cubicBezTo>
                  <a:cubicBezTo>
                    <a:pt x="40085" y="53218"/>
                    <a:pt x="40243" y="54224"/>
                    <a:pt x="41091" y="55215"/>
                  </a:cubicBezTo>
                  <a:cubicBezTo>
                    <a:pt x="41361" y="55530"/>
                    <a:pt x="41674" y="55661"/>
                    <a:pt x="41980" y="55661"/>
                  </a:cubicBezTo>
                  <a:cubicBezTo>
                    <a:pt x="42958" y="55661"/>
                    <a:pt x="43855" y="54315"/>
                    <a:pt x="43002" y="53319"/>
                  </a:cubicBezTo>
                  <a:cubicBezTo>
                    <a:pt x="42441" y="52658"/>
                    <a:pt x="42757" y="51523"/>
                    <a:pt x="42542" y="50747"/>
                  </a:cubicBezTo>
                  <a:cubicBezTo>
                    <a:pt x="42456" y="50488"/>
                    <a:pt x="42341" y="50230"/>
                    <a:pt x="42183" y="50000"/>
                  </a:cubicBezTo>
                  <a:cubicBezTo>
                    <a:pt x="43418" y="49397"/>
                    <a:pt x="44582" y="48664"/>
                    <a:pt x="45674" y="47845"/>
                  </a:cubicBezTo>
                  <a:cubicBezTo>
                    <a:pt x="45760" y="48003"/>
                    <a:pt x="45875" y="48147"/>
                    <a:pt x="46004" y="48290"/>
                  </a:cubicBezTo>
                  <a:cubicBezTo>
                    <a:pt x="46220" y="48520"/>
                    <a:pt x="46723" y="48649"/>
                    <a:pt x="46895" y="48865"/>
                  </a:cubicBezTo>
                  <a:cubicBezTo>
                    <a:pt x="46924" y="48908"/>
                    <a:pt x="47010" y="49511"/>
                    <a:pt x="47024" y="49655"/>
                  </a:cubicBezTo>
                  <a:cubicBezTo>
                    <a:pt x="47121" y="50262"/>
                    <a:pt x="47782" y="50643"/>
                    <a:pt x="48375" y="50643"/>
                  </a:cubicBezTo>
                  <a:cubicBezTo>
                    <a:pt x="48484" y="50643"/>
                    <a:pt x="48590" y="50630"/>
                    <a:pt x="48691" y="50603"/>
                  </a:cubicBezTo>
                  <a:cubicBezTo>
                    <a:pt x="49452" y="50388"/>
                    <a:pt x="49740" y="49655"/>
                    <a:pt x="49625" y="48937"/>
                  </a:cubicBezTo>
                  <a:cubicBezTo>
                    <a:pt x="49553" y="48362"/>
                    <a:pt x="49366" y="47816"/>
                    <a:pt x="49065" y="47328"/>
                  </a:cubicBezTo>
                  <a:cubicBezTo>
                    <a:pt x="48849" y="47012"/>
                    <a:pt x="48576" y="46739"/>
                    <a:pt x="48260" y="46552"/>
                  </a:cubicBezTo>
                  <a:cubicBezTo>
                    <a:pt x="48174" y="46509"/>
                    <a:pt x="48102" y="46466"/>
                    <a:pt x="48016" y="46437"/>
                  </a:cubicBezTo>
                  <a:cubicBezTo>
                    <a:pt x="48001" y="46408"/>
                    <a:pt x="48001" y="46379"/>
                    <a:pt x="47987" y="46351"/>
                  </a:cubicBezTo>
                  <a:cubicBezTo>
                    <a:pt x="47958" y="46207"/>
                    <a:pt x="47929" y="46063"/>
                    <a:pt x="47886" y="45920"/>
                  </a:cubicBezTo>
                  <a:cubicBezTo>
                    <a:pt x="48648" y="45129"/>
                    <a:pt x="49337" y="44267"/>
                    <a:pt x="49927" y="43348"/>
                  </a:cubicBezTo>
                  <a:cubicBezTo>
                    <a:pt x="50200" y="43492"/>
                    <a:pt x="50472" y="43678"/>
                    <a:pt x="50717" y="43865"/>
                  </a:cubicBezTo>
                  <a:cubicBezTo>
                    <a:pt x="51593" y="44540"/>
                    <a:pt x="52613" y="44670"/>
                    <a:pt x="53691" y="44684"/>
                  </a:cubicBezTo>
                  <a:cubicBezTo>
                    <a:pt x="53695" y="44684"/>
                    <a:pt x="53700" y="44684"/>
                    <a:pt x="53704" y="44684"/>
                  </a:cubicBezTo>
                  <a:cubicBezTo>
                    <a:pt x="55415" y="44684"/>
                    <a:pt x="55410" y="41997"/>
                    <a:pt x="53691" y="41983"/>
                  </a:cubicBezTo>
                  <a:cubicBezTo>
                    <a:pt x="53598" y="41983"/>
                    <a:pt x="53503" y="41984"/>
                    <a:pt x="53408" y="41984"/>
                  </a:cubicBezTo>
                  <a:cubicBezTo>
                    <a:pt x="53073" y="41984"/>
                    <a:pt x="52728" y="41967"/>
                    <a:pt x="52426" y="41811"/>
                  </a:cubicBezTo>
                  <a:cubicBezTo>
                    <a:pt x="52010" y="41581"/>
                    <a:pt x="51694" y="41178"/>
                    <a:pt x="51291" y="40934"/>
                  </a:cubicBezTo>
                  <a:cubicBezTo>
                    <a:pt x="51751" y="39986"/>
                    <a:pt x="52139" y="38995"/>
                    <a:pt x="52470" y="37989"/>
                  </a:cubicBezTo>
                  <a:cubicBezTo>
                    <a:pt x="52714" y="38104"/>
                    <a:pt x="52958" y="38219"/>
                    <a:pt x="53188" y="38319"/>
                  </a:cubicBezTo>
                  <a:cubicBezTo>
                    <a:pt x="53830" y="38584"/>
                    <a:pt x="54473" y="38737"/>
                    <a:pt x="55132" y="38737"/>
                  </a:cubicBezTo>
                  <a:cubicBezTo>
                    <a:pt x="55475" y="38737"/>
                    <a:pt x="55822" y="38695"/>
                    <a:pt x="56176" y="38607"/>
                  </a:cubicBezTo>
                  <a:cubicBezTo>
                    <a:pt x="57733" y="38208"/>
                    <a:pt x="57232" y="35961"/>
                    <a:pt x="55815" y="35961"/>
                  </a:cubicBezTo>
                  <a:cubicBezTo>
                    <a:pt x="55702" y="35961"/>
                    <a:pt x="55582" y="35975"/>
                    <a:pt x="55458" y="36006"/>
                  </a:cubicBezTo>
                  <a:cubicBezTo>
                    <a:pt x="55335" y="36038"/>
                    <a:pt x="55211" y="36052"/>
                    <a:pt x="55085" y="36052"/>
                  </a:cubicBezTo>
                  <a:cubicBezTo>
                    <a:pt x="54420" y="36052"/>
                    <a:pt x="53733" y="35652"/>
                    <a:pt x="53116" y="35374"/>
                  </a:cubicBezTo>
                  <a:cubicBezTo>
                    <a:pt x="53303" y="34383"/>
                    <a:pt x="53403" y="33391"/>
                    <a:pt x="53447" y="32386"/>
                  </a:cubicBezTo>
                  <a:cubicBezTo>
                    <a:pt x="54052" y="32122"/>
                    <a:pt x="54716" y="31773"/>
                    <a:pt x="55356" y="31773"/>
                  </a:cubicBezTo>
                  <a:cubicBezTo>
                    <a:pt x="55551" y="31773"/>
                    <a:pt x="55744" y="31806"/>
                    <a:pt x="55932" y="31883"/>
                  </a:cubicBezTo>
                  <a:cubicBezTo>
                    <a:pt x="56050" y="31931"/>
                    <a:pt x="56173" y="31953"/>
                    <a:pt x="56295" y="31953"/>
                  </a:cubicBezTo>
                  <a:cubicBezTo>
                    <a:pt x="56870" y="31953"/>
                    <a:pt x="57442" y="31470"/>
                    <a:pt x="57584" y="30949"/>
                  </a:cubicBezTo>
                  <a:cubicBezTo>
                    <a:pt x="57829" y="30173"/>
                    <a:pt x="57340" y="29555"/>
                    <a:pt x="56665" y="29282"/>
                  </a:cubicBezTo>
                  <a:cubicBezTo>
                    <a:pt x="56276" y="29126"/>
                    <a:pt x="55889" y="29062"/>
                    <a:pt x="55504" y="29062"/>
                  </a:cubicBezTo>
                  <a:cubicBezTo>
                    <a:pt x="54794" y="29062"/>
                    <a:pt x="54093" y="29280"/>
                    <a:pt x="53403" y="29541"/>
                  </a:cubicBezTo>
                  <a:cubicBezTo>
                    <a:pt x="53332" y="28607"/>
                    <a:pt x="53202" y="27688"/>
                    <a:pt x="53030" y="26768"/>
                  </a:cubicBezTo>
                  <a:lnTo>
                    <a:pt x="53030" y="26768"/>
                  </a:lnTo>
                  <a:cubicBezTo>
                    <a:pt x="53116" y="26772"/>
                    <a:pt x="53203" y="26774"/>
                    <a:pt x="53291" y="26774"/>
                  </a:cubicBezTo>
                  <a:cubicBezTo>
                    <a:pt x="53553" y="26774"/>
                    <a:pt x="53820" y="26757"/>
                    <a:pt x="54079" y="26725"/>
                  </a:cubicBezTo>
                  <a:cubicBezTo>
                    <a:pt x="55041" y="26581"/>
                    <a:pt x="55932" y="26165"/>
                    <a:pt x="56665" y="25533"/>
                  </a:cubicBezTo>
                  <a:cubicBezTo>
                    <a:pt x="57705" y="24650"/>
                    <a:pt x="56742" y="23287"/>
                    <a:pt x="55647" y="23287"/>
                  </a:cubicBezTo>
                  <a:cubicBezTo>
                    <a:pt x="55352" y="23287"/>
                    <a:pt x="55046" y="23386"/>
                    <a:pt x="54768" y="23622"/>
                  </a:cubicBezTo>
                  <a:cubicBezTo>
                    <a:pt x="54203" y="24110"/>
                    <a:pt x="53453" y="24185"/>
                    <a:pt x="52674" y="24185"/>
                  </a:cubicBezTo>
                  <a:cubicBezTo>
                    <a:pt x="52582" y="24185"/>
                    <a:pt x="52490" y="24184"/>
                    <a:pt x="52398" y="24182"/>
                  </a:cubicBezTo>
                  <a:cubicBezTo>
                    <a:pt x="52096" y="23248"/>
                    <a:pt x="51737" y="22343"/>
                    <a:pt x="51349" y="21452"/>
                  </a:cubicBezTo>
                  <a:lnTo>
                    <a:pt x="51421" y="21409"/>
                  </a:lnTo>
                  <a:cubicBezTo>
                    <a:pt x="52053" y="21041"/>
                    <a:pt x="52890" y="20165"/>
                    <a:pt x="53711" y="20165"/>
                  </a:cubicBezTo>
                  <a:cubicBezTo>
                    <a:pt x="53786" y="20165"/>
                    <a:pt x="53861" y="20172"/>
                    <a:pt x="53935" y="20188"/>
                  </a:cubicBezTo>
                  <a:cubicBezTo>
                    <a:pt x="54048" y="20213"/>
                    <a:pt x="54156" y="20225"/>
                    <a:pt x="54260" y="20225"/>
                  </a:cubicBezTo>
                  <a:cubicBezTo>
                    <a:pt x="55701" y="20225"/>
                    <a:pt x="56222" y="17949"/>
                    <a:pt x="54653" y="17587"/>
                  </a:cubicBezTo>
                  <a:cubicBezTo>
                    <a:pt x="54358" y="17525"/>
                    <a:pt x="54068" y="17495"/>
                    <a:pt x="53784" y="17495"/>
                  </a:cubicBezTo>
                  <a:cubicBezTo>
                    <a:pt x="52895" y="17495"/>
                    <a:pt x="52061" y="17787"/>
                    <a:pt x="51277" y="18277"/>
                  </a:cubicBezTo>
                  <a:cubicBezTo>
                    <a:pt x="50918" y="18521"/>
                    <a:pt x="50559" y="18751"/>
                    <a:pt x="50200" y="18952"/>
                  </a:cubicBezTo>
                  <a:cubicBezTo>
                    <a:pt x="49840" y="18263"/>
                    <a:pt x="49438" y="17573"/>
                    <a:pt x="49007" y="16927"/>
                  </a:cubicBezTo>
                  <a:cubicBezTo>
                    <a:pt x="49280" y="16797"/>
                    <a:pt x="49553" y="16625"/>
                    <a:pt x="49826" y="16452"/>
                  </a:cubicBezTo>
                  <a:cubicBezTo>
                    <a:pt x="50171" y="16194"/>
                    <a:pt x="50501" y="15907"/>
                    <a:pt x="50789" y="15576"/>
                  </a:cubicBezTo>
                  <a:cubicBezTo>
                    <a:pt x="51035" y="15302"/>
                    <a:pt x="51268" y="14898"/>
                    <a:pt x="51638" y="14898"/>
                  </a:cubicBezTo>
                  <a:cubicBezTo>
                    <a:pt x="51656" y="14898"/>
                    <a:pt x="51675" y="14899"/>
                    <a:pt x="51694" y="14901"/>
                  </a:cubicBezTo>
                  <a:cubicBezTo>
                    <a:pt x="51726" y="14904"/>
                    <a:pt x="51758" y="14906"/>
                    <a:pt x="51790" y="14906"/>
                  </a:cubicBezTo>
                  <a:cubicBezTo>
                    <a:pt x="52468" y="14906"/>
                    <a:pt x="53044" y="14195"/>
                    <a:pt x="53044" y="13550"/>
                  </a:cubicBezTo>
                  <a:cubicBezTo>
                    <a:pt x="53044" y="12760"/>
                    <a:pt x="52412" y="12286"/>
                    <a:pt x="51694" y="12200"/>
                  </a:cubicBezTo>
                  <a:cubicBezTo>
                    <a:pt x="51610" y="12191"/>
                    <a:pt x="51528" y="12187"/>
                    <a:pt x="51447" y="12187"/>
                  </a:cubicBezTo>
                  <a:cubicBezTo>
                    <a:pt x="50430" y="12187"/>
                    <a:pt x="49630" y="12834"/>
                    <a:pt x="48978" y="13579"/>
                  </a:cubicBezTo>
                  <a:cubicBezTo>
                    <a:pt x="48533" y="14068"/>
                    <a:pt x="47987" y="14455"/>
                    <a:pt x="47369" y="14700"/>
                  </a:cubicBezTo>
                  <a:cubicBezTo>
                    <a:pt x="46924" y="14154"/>
                    <a:pt x="46464" y="13608"/>
                    <a:pt x="46004" y="13091"/>
                  </a:cubicBezTo>
                  <a:cubicBezTo>
                    <a:pt x="46435" y="12746"/>
                    <a:pt x="46967" y="12516"/>
                    <a:pt x="47527" y="12185"/>
                  </a:cubicBezTo>
                  <a:cubicBezTo>
                    <a:pt x="48648" y="11496"/>
                    <a:pt x="49496" y="10418"/>
                    <a:pt x="49898" y="9154"/>
                  </a:cubicBezTo>
                  <a:cubicBezTo>
                    <a:pt x="50236" y="8164"/>
                    <a:pt x="49421" y="7515"/>
                    <a:pt x="48598" y="7515"/>
                  </a:cubicBezTo>
                  <a:cubicBezTo>
                    <a:pt x="48060" y="7515"/>
                    <a:pt x="47519" y="7793"/>
                    <a:pt x="47297" y="8436"/>
                  </a:cubicBezTo>
                  <a:cubicBezTo>
                    <a:pt x="46852" y="9729"/>
                    <a:pt x="45746" y="9973"/>
                    <a:pt x="44711" y="10648"/>
                  </a:cubicBezTo>
                  <a:cubicBezTo>
                    <a:pt x="44481" y="10792"/>
                    <a:pt x="44266" y="10964"/>
                    <a:pt x="44065" y="11151"/>
                  </a:cubicBezTo>
                  <a:cubicBezTo>
                    <a:pt x="43634" y="10777"/>
                    <a:pt x="43188" y="10404"/>
                    <a:pt x="42729" y="10045"/>
                  </a:cubicBezTo>
                  <a:cubicBezTo>
                    <a:pt x="43073" y="9556"/>
                    <a:pt x="43476" y="9111"/>
                    <a:pt x="43935" y="8709"/>
                  </a:cubicBezTo>
                  <a:cubicBezTo>
                    <a:pt x="44898" y="7832"/>
                    <a:pt x="45559" y="6855"/>
                    <a:pt x="45659" y="5533"/>
                  </a:cubicBezTo>
                  <a:cubicBezTo>
                    <a:pt x="45731" y="4671"/>
                    <a:pt x="45092" y="4240"/>
                    <a:pt x="44417" y="4240"/>
                  </a:cubicBezTo>
                  <a:cubicBezTo>
                    <a:pt x="43741" y="4240"/>
                    <a:pt x="43030" y="4671"/>
                    <a:pt x="42958" y="5533"/>
                  </a:cubicBezTo>
                  <a:cubicBezTo>
                    <a:pt x="42887" y="6424"/>
                    <a:pt x="41565" y="7143"/>
                    <a:pt x="41033" y="7789"/>
                  </a:cubicBezTo>
                  <a:cubicBezTo>
                    <a:pt x="40818" y="8019"/>
                    <a:pt x="40631" y="8278"/>
                    <a:pt x="40459" y="8536"/>
                  </a:cubicBezTo>
                  <a:cubicBezTo>
                    <a:pt x="39826" y="8177"/>
                    <a:pt x="39180" y="7847"/>
                    <a:pt x="38519" y="7545"/>
                  </a:cubicBezTo>
                  <a:cubicBezTo>
                    <a:pt x="38907" y="7157"/>
                    <a:pt x="39352" y="6798"/>
                    <a:pt x="39654" y="6439"/>
                  </a:cubicBezTo>
                  <a:cubicBezTo>
                    <a:pt x="40502" y="5418"/>
                    <a:pt x="40933" y="4226"/>
                    <a:pt x="40617" y="2904"/>
                  </a:cubicBezTo>
                  <a:cubicBezTo>
                    <a:pt x="40451" y="2236"/>
                    <a:pt x="39940" y="1947"/>
                    <a:pt x="39411" y="1947"/>
                  </a:cubicBezTo>
                  <a:cubicBezTo>
                    <a:pt x="38609" y="1947"/>
                    <a:pt x="37765" y="2610"/>
                    <a:pt x="38016" y="3623"/>
                  </a:cubicBezTo>
                  <a:cubicBezTo>
                    <a:pt x="38232" y="4528"/>
                    <a:pt x="36895" y="5390"/>
                    <a:pt x="36378" y="5964"/>
                  </a:cubicBezTo>
                  <a:cubicBezTo>
                    <a:pt x="36191" y="6151"/>
                    <a:pt x="36019" y="6367"/>
                    <a:pt x="35875" y="6582"/>
                  </a:cubicBezTo>
                  <a:cubicBezTo>
                    <a:pt x="35186" y="6381"/>
                    <a:pt x="34482" y="6209"/>
                    <a:pt x="33763" y="6065"/>
                  </a:cubicBezTo>
                  <a:cubicBezTo>
                    <a:pt x="33950" y="5433"/>
                    <a:pt x="34309" y="4801"/>
                    <a:pt x="34525" y="4226"/>
                  </a:cubicBezTo>
                  <a:cubicBezTo>
                    <a:pt x="34942" y="3192"/>
                    <a:pt x="35056" y="2071"/>
                    <a:pt x="34841" y="979"/>
                  </a:cubicBezTo>
                  <a:cubicBezTo>
                    <a:pt x="34715" y="296"/>
                    <a:pt x="34224" y="1"/>
                    <a:pt x="337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01"/>
            <p:cNvSpPr/>
            <p:nvPr/>
          </p:nvSpPr>
          <p:spPr>
            <a:xfrm>
              <a:off x="1661725" y="991775"/>
              <a:ext cx="206550" cy="160225"/>
            </a:xfrm>
            <a:custGeom>
              <a:avLst/>
              <a:gdLst/>
              <a:ahLst/>
              <a:cxnLst/>
              <a:rect l="l" t="t" r="r" b="b"/>
              <a:pathLst>
                <a:path w="8262" h="6409" extrusionOk="0">
                  <a:moveTo>
                    <a:pt x="4124" y="0"/>
                  </a:moveTo>
                  <a:cubicBezTo>
                    <a:pt x="1" y="0"/>
                    <a:pt x="1" y="6408"/>
                    <a:pt x="4124" y="6408"/>
                  </a:cubicBezTo>
                  <a:cubicBezTo>
                    <a:pt x="8262" y="6408"/>
                    <a:pt x="8262" y="0"/>
                    <a:pt x="412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01"/>
            <p:cNvSpPr/>
            <p:nvPr/>
          </p:nvSpPr>
          <p:spPr>
            <a:xfrm>
              <a:off x="1695850" y="1025175"/>
              <a:ext cx="119625" cy="92700"/>
            </a:xfrm>
            <a:custGeom>
              <a:avLst/>
              <a:gdLst/>
              <a:ahLst/>
              <a:cxnLst/>
              <a:rect l="l" t="t" r="r" b="b"/>
              <a:pathLst>
                <a:path w="4785" h="3708" extrusionOk="0">
                  <a:moveTo>
                    <a:pt x="2386" y="1"/>
                  </a:moveTo>
                  <a:cubicBezTo>
                    <a:pt x="15" y="1"/>
                    <a:pt x="1" y="3707"/>
                    <a:pt x="2386" y="3707"/>
                  </a:cubicBezTo>
                  <a:cubicBezTo>
                    <a:pt x="4785" y="3707"/>
                    <a:pt x="4785" y="1"/>
                    <a:pt x="238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01"/>
            <p:cNvSpPr/>
            <p:nvPr/>
          </p:nvSpPr>
          <p:spPr>
            <a:xfrm>
              <a:off x="2002950" y="951900"/>
              <a:ext cx="195775" cy="151950"/>
            </a:xfrm>
            <a:custGeom>
              <a:avLst/>
              <a:gdLst/>
              <a:ahLst/>
              <a:cxnLst/>
              <a:rect l="l" t="t" r="r" b="b"/>
              <a:pathLst>
                <a:path w="7831" h="6078" extrusionOk="0">
                  <a:moveTo>
                    <a:pt x="3908" y="1"/>
                  </a:moveTo>
                  <a:cubicBezTo>
                    <a:pt x="1" y="1"/>
                    <a:pt x="1" y="6078"/>
                    <a:pt x="3908" y="6078"/>
                  </a:cubicBezTo>
                  <a:cubicBezTo>
                    <a:pt x="7831" y="6078"/>
                    <a:pt x="7831" y="1"/>
                    <a:pt x="390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01"/>
            <p:cNvSpPr/>
            <p:nvPr/>
          </p:nvSpPr>
          <p:spPr>
            <a:xfrm>
              <a:off x="2044250" y="983875"/>
              <a:ext cx="113175" cy="87650"/>
            </a:xfrm>
            <a:custGeom>
              <a:avLst/>
              <a:gdLst/>
              <a:ahLst/>
              <a:cxnLst/>
              <a:rect l="l" t="t" r="r" b="b"/>
              <a:pathLst>
                <a:path w="4527" h="3506" extrusionOk="0">
                  <a:moveTo>
                    <a:pt x="2256" y="0"/>
                  </a:moveTo>
                  <a:cubicBezTo>
                    <a:pt x="1" y="0"/>
                    <a:pt x="1" y="3506"/>
                    <a:pt x="2256" y="3506"/>
                  </a:cubicBezTo>
                  <a:cubicBezTo>
                    <a:pt x="4512" y="3506"/>
                    <a:pt x="4527" y="0"/>
                    <a:pt x="22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01"/>
            <p:cNvSpPr/>
            <p:nvPr/>
          </p:nvSpPr>
          <p:spPr>
            <a:xfrm>
              <a:off x="1845125" y="1384125"/>
              <a:ext cx="233225" cy="113075"/>
            </a:xfrm>
            <a:custGeom>
              <a:avLst/>
              <a:gdLst/>
              <a:ahLst/>
              <a:cxnLst/>
              <a:rect l="l" t="t" r="r" b="b"/>
              <a:pathLst>
                <a:path w="9329" h="4523" extrusionOk="0">
                  <a:moveTo>
                    <a:pt x="4829" y="1"/>
                  </a:moveTo>
                  <a:cubicBezTo>
                    <a:pt x="2958" y="1"/>
                    <a:pt x="1059" y="992"/>
                    <a:pt x="308" y="2912"/>
                  </a:cubicBezTo>
                  <a:cubicBezTo>
                    <a:pt x="0" y="3702"/>
                    <a:pt x="719" y="4522"/>
                    <a:pt x="1422" y="4522"/>
                  </a:cubicBezTo>
                  <a:cubicBezTo>
                    <a:pt x="1703" y="4522"/>
                    <a:pt x="1981" y="4391"/>
                    <a:pt x="2190" y="4076"/>
                  </a:cubicBezTo>
                  <a:cubicBezTo>
                    <a:pt x="3013" y="2817"/>
                    <a:pt x="4093" y="2155"/>
                    <a:pt x="5208" y="2155"/>
                  </a:cubicBezTo>
                  <a:cubicBezTo>
                    <a:pt x="6156" y="2155"/>
                    <a:pt x="7130" y="2634"/>
                    <a:pt x="7995" y="3630"/>
                  </a:cubicBezTo>
                  <a:cubicBezTo>
                    <a:pt x="8139" y="3809"/>
                    <a:pt x="8325" y="3886"/>
                    <a:pt x="8509" y="3886"/>
                  </a:cubicBezTo>
                  <a:cubicBezTo>
                    <a:pt x="8928" y="3886"/>
                    <a:pt x="9328" y="3484"/>
                    <a:pt x="9158" y="2984"/>
                  </a:cubicBezTo>
                  <a:cubicBezTo>
                    <a:pt x="8508" y="974"/>
                    <a:pt x="6682" y="1"/>
                    <a:pt x="48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9" name="Google Shape;1029;p101"/>
          <p:cNvGrpSpPr/>
          <p:nvPr/>
        </p:nvGrpSpPr>
        <p:grpSpPr>
          <a:xfrm rot="1023448" flipH="1">
            <a:off x="59536" y="1602804"/>
            <a:ext cx="1870687" cy="686514"/>
            <a:chOff x="4559950" y="777900"/>
            <a:chExt cx="2512500" cy="922050"/>
          </a:xfrm>
        </p:grpSpPr>
        <p:sp>
          <p:nvSpPr>
            <p:cNvPr id="1030" name="Google Shape;1030;p101"/>
            <p:cNvSpPr/>
            <p:nvPr/>
          </p:nvSpPr>
          <p:spPr>
            <a:xfrm>
              <a:off x="4559950" y="777900"/>
              <a:ext cx="2512500" cy="922050"/>
            </a:xfrm>
            <a:custGeom>
              <a:avLst/>
              <a:gdLst/>
              <a:ahLst/>
              <a:cxnLst/>
              <a:rect l="l" t="t" r="r" b="b"/>
              <a:pathLst>
                <a:path w="100500" h="36882" extrusionOk="0">
                  <a:moveTo>
                    <a:pt x="97571" y="1"/>
                  </a:moveTo>
                  <a:cubicBezTo>
                    <a:pt x="96865" y="1"/>
                    <a:pt x="96150" y="290"/>
                    <a:pt x="95543" y="768"/>
                  </a:cubicBezTo>
                  <a:cubicBezTo>
                    <a:pt x="93115" y="2679"/>
                    <a:pt x="90299" y="4820"/>
                    <a:pt x="87469" y="6070"/>
                  </a:cubicBezTo>
                  <a:cubicBezTo>
                    <a:pt x="86664" y="6400"/>
                    <a:pt x="85845" y="6688"/>
                    <a:pt x="84998" y="6889"/>
                  </a:cubicBezTo>
                  <a:cubicBezTo>
                    <a:pt x="84394" y="7047"/>
                    <a:pt x="83776" y="7162"/>
                    <a:pt x="83159" y="7219"/>
                  </a:cubicBezTo>
                  <a:cubicBezTo>
                    <a:pt x="82921" y="7231"/>
                    <a:pt x="82691" y="7236"/>
                    <a:pt x="82466" y="7236"/>
                  </a:cubicBezTo>
                  <a:cubicBezTo>
                    <a:pt x="80991" y="7236"/>
                    <a:pt x="79753" y="7005"/>
                    <a:pt x="78245" y="6731"/>
                  </a:cubicBezTo>
                  <a:cubicBezTo>
                    <a:pt x="77045" y="6515"/>
                    <a:pt x="75872" y="6367"/>
                    <a:pt x="74690" y="6367"/>
                  </a:cubicBezTo>
                  <a:cubicBezTo>
                    <a:pt x="73904" y="6367"/>
                    <a:pt x="73114" y="6432"/>
                    <a:pt x="72311" y="6587"/>
                  </a:cubicBezTo>
                  <a:cubicBezTo>
                    <a:pt x="70745" y="6917"/>
                    <a:pt x="69251" y="7535"/>
                    <a:pt x="67915" y="8412"/>
                  </a:cubicBezTo>
                  <a:cubicBezTo>
                    <a:pt x="66392" y="9417"/>
                    <a:pt x="64998" y="10624"/>
                    <a:pt x="63792" y="12003"/>
                  </a:cubicBezTo>
                  <a:cubicBezTo>
                    <a:pt x="57872" y="9173"/>
                    <a:pt x="51220" y="7938"/>
                    <a:pt x="44726" y="7463"/>
                  </a:cubicBezTo>
                  <a:cubicBezTo>
                    <a:pt x="40537" y="6876"/>
                    <a:pt x="36315" y="6582"/>
                    <a:pt x="32089" y="6582"/>
                  </a:cubicBezTo>
                  <a:cubicBezTo>
                    <a:pt x="31460" y="6582"/>
                    <a:pt x="30830" y="6588"/>
                    <a:pt x="30201" y="6601"/>
                  </a:cubicBezTo>
                  <a:cubicBezTo>
                    <a:pt x="26925" y="6702"/>
                    <a:pt x="23664" y="7004"/>
                    <a:pt x="20417" y="7478"/>
                  </a:cubicBezTo>
                  <a:cubicBezTo>
                    <a:pt x="17989" y="7780"/>
                    <a:pt x="15589" y="8311"/>
                    <a:pt x="13262" y="9044"/>
                  </a:cubicBezTo>
                  <a:cubicBezTo>
                    <a:pt x="9843" y="10179"/>
                    <a:pt x="6624" y="11702"/>
                    <a:pt x="3923" y="14087"/>
                  </a:cubicBezTo>
                  <a:cubicBezTo>
                    <a:pt x="1553" y="16184"/>
                    <a:pt x="130" y="19431"/>
                    <a:pt x="73" y="22563"/>
                  </a:cubicBezTo>
                  <a:cubicBezTo>
                    <a:pt x="1" y="26371"/>
                    <a:pt x="2084" y="29848"/>
                    <a:pt x="5259" y="31859"/>
                  </a:cubicBezTo>
                  <a:cubicBezTo>
                    <a:pt x="7458" y="33238"/>
                    <a:pt x="9785" y="33569"/>
                    <a:pt x="12299" y="33842"/>
                  </a:cubicBezTo>
                  <a:cubicBezTo>
                    <a:pt x="14038" y="34028"/>
                    <a:pt x="15791" y="34115"/>
                    <a:pt x="17543" y="34129"/>
                  </a:cubicBezTo>
                  <a:cubicBezTo>
                    <a:pt x="17638" y="34129"/>
                    <a:pt x="17732" y="34130"/>
                    <a:pt x="17826" y="34130"/>
                  </a:cubicBezTo>
                  <a:cubicBezTo>
                    <a:pt x="21280" y="34130"/>
                    <a:pt x="24720" y="33876"/>
                    <a:pt x="28161" y="33569"/>
                  </a:cubicBezTo>
                  <a:cubicBezTo>
                    <a:pt x="33287" y="33117"/>
                    <a:pt x="38429" y="32554"/>
                    <a:pt x="43569" y="32554"/>
                  </a:cubicBezTo>
                  <a:cubicBezTo>
                    <a:pt x="45617" y="32554"/>
                    <a:pt x="47665" y="32644"/>
                    <a:pt x="49712" y="32865"/>
                  </a:cubicBezTo>
                  <a:cubicBezTo>
                    <a:pt x="52197" y="33253"/>
                    <a:pt x="54654" y="33914"/>
                    <a:pt x="57010" y="34804"/>
                  </a:cubicBezTo>
                  <a:cubicBezTo>
                    <a:pt x="59352" y="35839"/>
                    <a:pt x="61565" y="36773"/>
                    <a:pt x="64237" y="36873"/>
                  </a:cubicBezTo>
                  <a:cubicBezTo>
                    <a:pt x="64379" y="36879"/>
                    <a:pt x="64521" y="36882"/>
                    <a:pt x="64663" y="36882"/>
                  </a:cubicBezTo>
                  <a:cubicBezTo>
                    <a:pt x="67731" y="36882"/>
                    <a:pt x="70985" y="35561"/>
                    <a:pt x="73044" y="33296"/>
                  </a:cubicBezTo>
                  <a:cubicBezTo>
                    <a:pt x="74538" y="31672"/>
                    <a:pt x="75486" y="29618"/>
                    <a:pt x="75759" y="27420"/>
                  </a:cubicBezTo>
                  <a:cubicBezTo>
                    <a:pt x="76090" y="24977"/>
                    <a:pt x="75544" y="22750"/>
                    <a:pt x="74423" y="20595"/>
                  </a:cubicBezTo>
                  <a:cubicBezTo>
                    <a:pt x="73130" y="18124"/>
                    <a:pt x="70831" y="16328"/>
                    <a:pt x="68576" y="14776"/>
                  </a:cubicBezTo>
                  <a:cubicBezTo>
                    <a:pt x="69409" y="13929"/>
                    <a:pt x="70372" y="13210"/>
                    <a:pt x="71406" y="12621"/>
                  </a:cubicBezTo>
                  <a:cubicBezTo>
                    <a:pt x="72449" y="12022"/>
                    <a:pt x="73633" y="11706"/>
                    <a:pt x="74841" y="11706"/>
                  </a:cubicBezTo>
                  <a:cubicBezTo>
                    <a:pt x="74965" y="11706"/>
                    <a:pt x="75089" y="11709"/>
                    <a:pt x="75213" y="11716"/>
                  </a:cubicBezTo>
                  <a:cubicBezTo>
                    <a:pt x="76765" y="11788"/>
                    <a:pt x="78547" y="12291"/>
                    <a:pt x="80228" y="12506"/>
                  </a:cubicBezTo>
                  <a:cubicBezTo>
                    <a:pt x="80899" y="12592"/>
                    <a:pt x="81561" y="12633"/>
                    <a:pt x="82212" y="12633"/>
                  </a:cubicBezTo>
                  <a:cubicBezTo>
                    <a:pt x="88770" y="12633"/>
                    <a:pt x="94348" y="8508"/>
                    <a:pt x="99379" y="4561"/>
                  </a:cubicBezTo>
                  <a:cubicBezTo>
                    <a:pt x="100500" y="3670"/>
                    <a:pt x="100299" y="1702"/>
                    <a:pt x="99365" y="768"/>
                  </a:cubicBezTo>
                  <a:cubicBezTo>
                    <a:pt x="98829" y="232"/>
                    <a:pt x="98203" y="1"/>
                    <a:pt x="975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101"/>
            <p:cNvSpPr/>
            <p:nvPr/>
          </p:nvSpPr>
          <p:spPr>
            <a:xfrm>
              <a:off x="4734175" y="1168500"/>
              <a:ext cx="204400" cy="158775"/>
            </a:xfrm>
            <a:custGeom>
              <a:avLst/>
              <a:gdLst/>
              <a:ahLst/>
              <a:cxnLst/>
              <a:rect l="l" t="t" r="r" b="b"/>
              <a:pathLst>
                <a:path w="8176" h="6351" extrusionOk="0">
                  <a:moveTo>
                    <a:pt x="4080" y="0"/>
                  </a:moveTo>
                  <a:cubicBezTo>
                    <a:pt x="0" y="0"/>
                    <a:pt x="0" y="6350"/>
                    <a:pt x="4080" y="6350"/>
                  </a:cubicBezTo>
                  <a:cubicBezTo>
                    <a:pt x="8175" y="6350"/>
                    <a:pt x="8175" y="0"/>
                    <a:pt x="408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01"/>
            <p:cNvSpPr/>
            <p:nvPr/>
          </p:nvSpPr>
          <p:spPr>
            <a:xfrm>
              <a:off x="4767925" y="1201900"/>
              <a:ext cx="118200" cy="91975"/>
            </a:xfrm>
            <a:custGeom>
              <a:avLst/>
              <a:gdLst/>
              <a:ahLst/>
              <a:cxnLst/>
              <a:rect l="l" t="t" r="r" b="b"/>
              <a:pathLst>
                <a:path w="4728" h="3679" extrusionOk="0">
                  <a:moveTo>
                    <a:pt x="2371" y="0"/>
                  </a:moveTo>
                  <a:cubicBezTo>
                    <a:pt x="15" y="0"/>
                    <a:pt x="1" y="3678"/>
                    <a:pt x="2371" y="3678"/>
                  </a:cubicBezTo>
                  <a:cubicBezTo>
                    <a:pt x="4727" y="3678"/>
                    <a:pt x="4727" y="0"/>
                    <a:pt x="23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01"/>
            <p:cNvSpPr/>
            <p:nvPr/>
          </p:nvSpPr>
          <p:spPr>
            <a:xfrm>
              <a:off x="4961175" y="1301375"/>
              <a:ext cx="198275" cy="153775"/>
            </a:xfrm>
            <a:custGeom>
              <a:avLst/>
              <a:gdLst/>
              <a:ahLst/>
              <a:cxnLst/>
              <a:rect l="l" t="t" r="r" b="b"/>
              <a:pathLst>
                <a:path w="7931" h="6151" extrusionOk="0">
                  <a:moveTo>
                    <a:pt x="3966" y="1"/>
                  </a:moveTo>
                  <a:cubicBezTo>
                    <a:pt x="15" y="1"/>
                    <a:pt x="0" y="6150"/>
                    <a:pt x="3966" y="6150"/>
                  </a:cubicBezTo>
                  <a:cubicBezTo>
                    <a:pt x="7931" y="6150"/>
                    <a:pt x="7931" y="1"/>
                    <a:pt x="396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101"/>
            <p:cNvSpPr/>
            <p:nvPr/>
          </p:nvSpPr>
          <p:spPr>
            <a:xfrm>
              <a:off x="5003200" y="1334075"/>
              <a:ext cx="114600" cy="89100"/>
            </a:xfrm>
            <a:custGeom>
              <a:avLst/>
              <a:gdLst/>
              <a:ahLst/>
              <a:cxnLst/>
              <a:rect l="l" t="t" r="r" b="b"/>
              <a:pathLst>
                <a:path w="4584" h="3564" extrusionOk="0">
                  <a:moveTo>
                    <a:pt x="2285" y="0"/>
                  </a:moveTo>
                  <a:cubicBezTo>
                    <a:pt x="0" y="0"/>
                    <a:pt x="0" y="3563"/>
                    <a:pt x="2285" y="3563"/>
                  </a:cubicBezTo>
                  <a:cubicBezTo>
                    <a:pt x="4583" y="3563"/>
                    <a:pt x="4569" y="0"/>
                    <a:pt x="22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101"/>
            <p:cNvSpPr/>
            <p:nvPr/>
          </p:nvSpPr>
          <p:spPr>
            <a:xfrm>
              <a:off x="4707575" y="1422500"/>
              <a:ext cx="159150" cy="129600"/>
            </a:xfrm>
            <a:custGeom>
              <a:avLst/>
              <a:gdLst/>
              <a:ahLst/>
              <a:cxnLst/>
              <a:rect l="l" t="t" r="r" b="b"/>
              <a:pathLst>
                <a:path w="6366" h="5184" extrusionOk="0">
                  <a:moveTo>
                    <a:pt x="3807" y="1"/>
                  </a:moveTo>
                  <a:cubicBezTo>
                    <a:pt x="3630" y="1"/>
                    <a:pt x="3453" y="19"/>
                    <a:pt x="3277" y="55"/>
                  </a:cubicBezTo>
                  <a:cubicBezTo>
                    <a:pt x="2601" y="184"/>
                    <a:pt x="1998" y="529"/>
                    <a:pt x="1538" y="1046"/>
                  </a:cubicBezTo>
                  <a:cubicBezTo>
                    <a:pt x="1078" y="1363"/>
                    <a:pt x="719" y="1794"/>
                    <a:pt x="504" y="2311"/>
                  </a:cubicBezTo>
                  <a:cubicBezTo>
                    <a:pt x="1" y="3446"/>
                    <a:pt x="935" y="4595"/>
                    <a:pt x="1984" y="4983"/>
                  </a:cubicBezTo>
                  <a:cubicBezTo>
                    <a:pt x="2340" y="5118"/>
                    <a:pt x="2716" y="5183"/>
                    <a:pt x="3092" y="5183"/>
                  </a:cubicBezTo>
                  <a:cubicBezTo>
                    <a:pt x="4234" y="5183"/>
                    <a:pt x="5373" y="4587"/>
                    <a:pt x="5935" y="3561"/>
                  </a:cubicBezTo>
                  <a:cubicBezTo>
                    <a:pt x="6136" y="3216"/>
                    <a:pt x="6265" y="2828"/>
                    <a:pt x="6308" y="2426"/>
                  </a:cubicBezTo>
                  <a:cubicBezTo>
                    <a:pt x="6366" y="1736"/>
                    <a:pt x="6050" y="1161"/>
                    <a:pt x="5590" y="702"/>
                  </a:cubicBezTo>
                  <a:cubicBezTo>
                    <a:pt x="5103" y="249"/>
                    <a:pt x="4464" y="1"/>
                    <a:pt x="38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6" name="Google Shape;1036;p101"/>
          <p:cNvGrpSpPr/>
          <p:nvPr/>
        </p:nvGrpSpPr>
        <p:grpSpPr>
          <a:xfrm>
            <a:off x="7342120" y="311052"/>
            <a:ext cx="1465797" cy="1649641"/>
            <a:chOff x="3730250" y="2585325"/>
            <a:chExt cx="2011800" cy="2264125"/>
          </a:xfrm>
        </p:grpSpPr>
        <p:sp>
          <p:nvSpPr>
            <p:cNvPr id="1037" name="Google Shape;1037;p101"/>
            <p:cNvSpPr/>
            <p:nvPr/>
          </p:nvSpPr>
          <p:spPr>
            <a:xfrm>
              <a:off x="3730250" y="2585325"/>
              <a:ext cx="2011800" cy="2264125"/>
            </a:xfrm>
            <a:custGeom>
              <a:avLst/>
              <a:gdLst/>
              <a:ahLst/>
              <a:cxnLst/>
              <a:rect l="l" t="t" r="r" b="b"/>
              <a:pathLst>
                <a:path w="80472" h="90565" extrusionOk="0">
                  <a:moveTo>
                    <a:pt x="8334" y="54659"/>
                  </a:moveTo>
                  <a:lnTo>
                    <a:pt x="8334" y="54659"/>
                  </a:lnTo>
                  <a:cubicBezTo>
                    <a:pt x="8291" y="54730"/>
                    <a:pt x="8262" y="54802"/>
                    <a:pt x="8233" y="54860"/>
                  </a:cubicBezTo>
                  <a:lnTo>
                    <a:pt x="8305" y="54702"/>
                  </a:lnTo>
                  <a:lnTo>
                    <a:pt x="8334" y="54659"/>
                  </a:lnTo>
                  <a:close/>
                  <a:moveTo>
                    <a:pt x="37263" y="1"/>
                  </a:moveTo>
                  <a:cubicBezTo>
                    <a:pt x="37179" y="1"/>
                    <a:pt x="37095" y="2"/>
                    <a:pt x="37011" y="6"/>
                  </a:cubicBezTo>
                  <a:cubicBezTo>
                    <a:pt x="33160" y="164"/>
                    <a:pt x="31091" y="4776"/>
                    <a:pt x="33376" y="7836"/>
                  </a:cubicBezTo>
                  <a:cubicBezTo>
                    <a:pt x="34065" y="8770"/>
                    <a:pt x="35085" y="9402"/>
                    <a:pt x="36220" y="9632"/>
                  </a:cubicBezTo>
                  <a:cubicBezTo>
                    <a:pt x="36335" y="15163"/>
                    <a:pt x="36436" y="20680"/>
                    <a:pt x="36551" y="26212"/>
                  </a:cubicBezTo>
                  <a:cubicBezTo>
                    <a:pt x="33577" y="26599"/>
                    <a:pt x="30703" y="27217"/>
                    <a:pt x="28017" y="28582"/>
                  </a:cubicBezTo>
                  <a:cubicBezTo>
                    <a:pt x="27212" y="26844"/>
                    <a:pt x="26393" y="25120"/>
                    <a:pt x="25589" y="23396"/>
                  </a:cubicBezTo>
                  <a:cubicBezTo>
                    <a:pt x="25732" y="23194"/>
                    <a:pt x="25847" y="22965"/>
                    <a:pt x="25948" y="22735"/>
                  </a:cubicBezTo>
                  <a:cubicBezTo>
                    <a:pt x="26537" y="21269"/>
                    <a:pt x="26192" y="19603"/>
                    <a:pt x="25086" y="18482"/>
                  </a:cubicBezTo>
                  <a:cubicBezTo>
                    <a:pt x="24553" y="17752"/>
                    <a:pt x="23714" y="17357"/>
                    <a:pt x="22862" y="17357"/>
                  </a:cubicBezTo>
                  <a:cubicBezTo>
                    <a:pt x="22405" y="17357"/>
                    <a:pt x="21944" y="17471"/>
                    <a:pt x="21523" y="17706"/>
                  </a:cubicBezTo>
                  <a:cubicBezTo>
                    <a:pt x="20144" y="18439"/>
                    <a:pt x="19195" y="19718"/>
                    <a:pt x="19095" y="21284"/>
                  </a:cubicBezTo>
                  <a:cubicBezTo>
                    <a:pt x="18994" y="23094"/>
                    <a:pt x="20302" y="24674"/>
                    <a:pt x="22097" y="24933"/>
                  </a:cubicBezTo>
                  <a:cubicBezTo>
                    <a:pt x="22258" y="24956"/>
                    <a:pt x="22422" y="24967"/>
                    <a:pt x="22585" y="24967"/>
                  </a:cubicBezTo>
                  <a:cubicBezTo>
                    <a:pt x="22831" y="24967"/>
                    <a:pt x="23077" y="24941"/>
                    <a:pt x="23319" y="24890"/>
                  </a:cubicBezTo>
                  <a:lnTo>
                    <a:pt x="25704" y="29976"/>
                  </a:lnTo>
                  <a:cubicBezTo>
                    <a:pt x="23161" y="31800"/>
                    <a:pt x="20962" y="34315"/>
                    <a:pt x="19669" y="37159"/>
                  </a:cubicBezTo>
                  <a:cubicBezTo>
                    <a:pt x="19181" y="38266"/>
                    <a:pt x="18750" y="39386"/>
                    <a:pt x="18391" y="40536"/>
                  </a:cubicBezTo>
                  <a:cubicBezTo>
                    <a:pt x="15417" y="39688"/>
                    <a:pt x="12486" y="38668"/>
                    <a:pt x="9627" y="37490"/>
                  </a:cubicBezTo>
                  <a:cubicBezTo>
                    <a:pt x="9785" y="37145"/>
                    <a:pt x="9900" y="36786"/>
                    <a:pt x="9943" y="36412"/>
                  </a:cubicBezTo>
                  <a:cubicBezTo>
                    <a:pt x="10101" y="35306"/>
                    <a:pt x="9857" y="34171"/>
                    <a:pt x="9282" y="33208"/>
                  </a:cubicBezTo>
                  <a:cubicBezTo>
                    <a:pt x="9210" y="32964"/>
                    <a:pt x="9109" y="32749"/>
                    <a:pt x="8966" y="32533"/>
                  </a:cubicBezTo>
                  <a:cubicBezTo>
                    <a:pt x="8265" y="31501"/>
                    <a:pt x="7125" y="30823"/>
                    <a:pt x="5939" y="30823"/>
                  </a:cubicBezTo>
                  <a:cubicBezTo>
                    <a:pt x="5837" y="30823"/>
                    <a:pt x="5735" y="30828"/>
                    <a:pt x="5633" y="30838"/>
                  </a:cubicBezTo>
                  <a:cubicBezTo>
                    <a:pt x="5453" y="30814"/>
                    <a:pt x="5270" y="30802"/>
                    <a:pt x="5087" y="30802"/>
                  </a:cubicBezTo>
                  <a:cubicBezTo>
                    <a:pt x="4832" y="30802"/>
                    <a:pt x="4576" y="30825"/>
                    <a:pt x="4325" y="30867"/>
                  </a:cubicBezTo>
                  <a:cubicBezTo>
                    <a:pt x="1193" y="31398"/>
                    <a:pt x="1" y="35421"/>
                    <a:pt x="1524" y="37935"/>
                  </a:cubicBezTo>
                  <a:cubicBezTo>
                    <a:pt x="2267" y="39170"/>
                    <a:pt x="3637" y="40004"/>
                    <a:pt x="5056" y="40004"/>
                  </a:cubicBezTo>
                  <a:cubicBezTo>
                    <a:pt x="5421" y="40004"/>
                    <a:pt x="5789" y="39949"/>
                    <a:pt x="6150" y="39832"/>
                  </a:cubicBezTo>
                  <a:cubicBezTo>
                    <a:pt x="6480" y="39731"/>
                    <a:pt x="6782" y="39587"/>
                    <a:pt x="7069" y="39401"/>
                  </a:cubicBezTo>
                  <a:cubicBezTo>
                    <a:pt x="7112" y="39401"/>
                    <a:pt x="7156" y="39386"/>
                    <a:pt x="7199" y="39386"/>
                  </a:cubicBezTo>
                  <a:cubicBezTo>
                    <a:pt x="10632" y="40866"/>
                    <a:pt x="14152" y="42130"/>
                    <a:pt x="17759" y="43151"/>
                  </a:cubicBezTo>
                  <a:cubicBezTo>
                    <a:pt x="17414" y="44918"/>
                    <a:pt x="17342" y="46728"/>
                    <a:pt x="17514" y="48509"/>
                  </a:cubicBezTo>
                  <a:cubicBezTo>
                    <a:pt x="17658" y="49975"/>
                    <a:pt x="17902" y="51412"/>
                    <a:pt x="18247" y="52834"/>
                  </a:cubicBezTo>
                  <a:lnTo>
                    <a:pt x="12428" y="53351"/>
                  </a:lnTo>
                  <a:cubicBezTo>
                    <a:pt x="11592" y="52691"/>
                    <a:pt x="10612" y="52241"/>
                    <a:pt x="9567" y="52241"/>
                  </a:cubicBezTo>
                  <a:cubicBezTo>
                    <a:pt x="9248" y="52241"/>
                    <a:pt x="8922" y="52283"/>
                    <a:pt x="8592" y="52374"/>
                  </a:cubicBezTo>
                  <a:cubicBezTo>
                    <a:pt x="6796" y="52877"/>
                    <a:pt x="5546" y="54759"/>
                    <a:pt x="6035" y="56613"/>
                  </a:cubicBezTo>
                  <a:cubicBezTo>
                    <a:pt x="6468" y="58333"/>
                    <a:pt x="8007" y="59399"/>
                    <a:pt x="9616" y="59399"/>
                  </a:cubicBezTo>
                  <a:cubicBezTo>
                    <a:pt x="10304" y="59399"/>
                    <a:pt x="11005" y="59204"/>
                    <a:pt x="11638" y="58782"/>
                  </a:cubicBezTo>
                  <a:cubicBezTo>
                    <a:pt x="12213" y="58380"/>
                    <a:pt x="12701" y="57834"/>
                    <a:pt x="13017" y="57202"/>
                  </a:cubicBezTo>
                  <a:cubicBezTo>
                    <a:pt x="13290" y="56828"/>
                    <a:pt x="13463" y="56397"/>
                    <a:pt x="13535" y="55952"/>
                  </a:cubicBezTo>
                  <a:lnTo>
                    <a:pt x="18994" y="55449"/>
                  </a:lnTo>
                  <a:cubicBezTo>
                    <a:pt x="19554" y="57087"/>
                    <a:pt x="20244" y="58667"/>
                    <a:pt x="21077" y="60176"/>
                  </a:cubicBezTo>
                  <a:cubicBezTo>
                    <a:pt x="22327" y="62489"/>
                    <a:pt x="23965" y="64558"/>
                    <a:pt x="25919" y="66325"/>
                  </a:cubicBezTo>
                  <a:cubicBezTo>
                    <a:pt x="23290" y="69399"/>
                    <a:pt x="20733" y="72531"/>
                    <a:pt x="18247" y="75750"/>
                  </a:cubicBezTo>
                  <a:cubicBezTo>
                    <a:pt x="18096" y="75721"/>
                    <a:pt x="17946" y="75706"/>
                    <a:pt x="17796" y="75706"/>
                  </a:cubicBezTo>
                  <a:cubicBezTo>
                    <a:pt x="17575" y="75706"/>
                    <a:pt x="17355" y="75739"/>
                    <a:pt x="17141" y="75807"/>
                  </a:cubicBezTo>
                  <a:cubicBezTo>
                    <a:pt x="17069" y="75822"/>
                    <a:pt x="16997" y="75850"/>
                    <a:pt x="16940" y="75879"/>
                  </a:cubicBezTo>
                  <a:cubicBezTo>
                    <a:pt x="16408" y="75879"/>
                    <a:pt x="15891" y="76023"/>
                    <a:pt x="15431" y="76281"/>
                  </a:cubicBezTo>
                  <a:cubicBezTo>
                    <a:pt x="14799" y="76655"/>
                    <a:pt x="14310" y="77215"/>
                    <a:pt x="14037" y="77890"/>
                  </a:cubicBezTo>
                  <a:cubicBezTo>
                    <a:pt x="13391" y="79399"/>
                    <a:pt x="13994" y="81137"/>
                    <a:pt x="15431" y="81928"/>
                  </a:cubicBezTo>
                  <a:cubicBezTo>
                    <a:pt x="15953" y="82208"/>
                    <a:pt x="16520" y="82344"/>
                    <a:pt x="17083" y="82344"/>
                  </a:cubicBezTo>
                  <a:cubicBezTo>
                    <a:pt x="17963" y="82344"/>
                    <a:pt x="18831" y="82012"/>
                    <a:pt x="19497" y="81382"/>
                  </a:cubicBezTo>
                  <a:cubicBezTo>
                    <a:pt x="20488" y="80433"/>
                    <a:pt x="20761" y="78997"/>
                    <a:pt x="20460" y="77689"/>
                  </a:cubicBezTo>
                  <a:cubicBezTo>
                    <a:pt x="20431" y="77589"/>
                    <a:pt x="20402" y="77488"/>
                    <a:pt x="20359" y="77402"/>
                  </a:cubicBezTo>
                  <a:cubicBezTo>
                    <a:pt x="22830" y="74184"/>
                    <a:pt x="25402" y="71052"/>
                    <a:pt x="28045" y="67977"/>
                  </a:cubicBezTo>
                  <a:cubicBezTo>
                    <a:pt x="28304" y="68135"/>
                    <a:pt x="28548" y="68308"/>
                    <a:pt x="28807" y="68451"/>
                  </a:cubicBezTo>
                  <a:cubicBezTo>
                    <a:pt x="31838" y="70305"/>
                    <a:pt x="35402" y="71195"/>
                    <a:pt x="38936" y="71454"/>
                  </a:cubicBezTo>
                  <a:cubicBezTo>
                    <a:pt x="38749" y="74802"/>
                    <a:pt x="38620" y="78163"/>
                    <a:pt x="38562" y="81511"/>
                  </a:cubicBezTo>
                  <a:cubicBezTo>
                    <a:pt x="37327" y="81813"/>
                    <a:pt x="36206" y="82560"/>
                    <a:pt x="35617" y="83738"/>
                  </a:cubicBezTo>
                  <a:cubicBezTo>
                    <a:pt x="34726" y="85577"/>
                    <a:pt x="35071" y="88077"/>
                    <a:pt x="36680" y="89427"/>
                  </a:cubicBezTo>
                  <a:cubicBezTo>
                    <a:pt x="37603" y="90182"/>
                    <a:pt x="38737" y="90564"/>
                    <a:pt x="39877" y="90564"/>
                  </a:cubicBezTo>
                  <a:cubicBezTo>
                    <a:pt x="40776" y="90564"/>
                    <a:pt x="41679" y="90326"/>
                    <a:pt x="42485" y="89844"/>
                  </a:cubicBezTo>
                  <a:cubicBezTo>
                    <a:pt x="44625" y="88565"/>
                    <a:pt x="45157" y="85821"/>
                    <a:pt x="43864" y="83752"/>
                  </a:cubicBezTo>
                  <a:cubicBezTo>
                    <a:pt x="43533" y="83249"/>
                    <a:pt x="43074" y="82862"/>
                    <a:pt x="42528" y="82632"/>
                  </a:cubicBezTo>
                  <a:cubicBezTo>
                    <a:pt x="42226" y="82158"/>
                    <a:pt x="41781" y="81798"/>
                    <a:pt x="41249" y="81612"/>
                  </a:cubicBezTo>
                  <a:cubicBezTo>
                    <a:pt x="41321" y="78235"/>
                    <a:pt x="41436" y="74873"/>
                    <a:pt x="41623" y="71511"/>
                  </a:cubicBezTo>
                  <a:cubicBezTo>
                    <a:pt x="42959" y="71440"/>
                    <a:pt x="44280" y="71267"/>
                    <a:pt x="45617" y="71066"/>
                  </a:cubicBezTo>
                  <a:cubicBezTo>
                    <a:pt x="46823" y="70894"/>
                    <a:pt x="48002" y="70606"/>
                    <a:pt x="49137" y="70190"/>
                  </a:cubicBezTo>
                  <a:cubicBezTo>
                    <a:pt x="49984" y="69859"/>
                    <a:pt x="50861" y="69529"/>
                    <a:pt x="51694" y="69126"/>
                  </a:cubicBezTo>
                  <a:cubicBezTo>
                    <a:pt x="52455" y="70491"/>
                    <a:pt x="53174" y="71871"/>
                    <a:pt x="53878" y="73279"/>
                  </a:cubicBezTo>
                  <a:cubicBezTo>
                    <a:pt x="53461" y="73623"/>
                    <a:pt x="53145" y="74069"/>
                    <a:pt x="52944" y="74557"/>
                  </a:cubicBezTo>
                  <a:cubicBezTo>
                    <a:pt x="52297" y="76066"/>
                    <a:pt x="52901" y="77804"/>
                    <a:pt x="54338" y="78594"/>
                  </a:cubicBezTo>
                  <a:cubicBezTo>
                    <a:pt x="54864" y="78878"/>
                    <a:pt x="55438" y="79016"/>
                    <a:pt x="56006" y="79016"/>
                  </a:cubicBezTo>
                  <a:cubicBezTo>
                    <a:pt x="56880" y="79016"/>
                    <a:pt x="57742" y="78690"/>
                    <a:pt x="58403" y="78063"/>
                  </a:cubicBezTo>
                  <a:cubicBezTo>
                    <a:pt x="59395" y="77100"/>
                    <a:pt x="59668" y="75664"/>
                    <a:pt x="59366" y="74370"/>
                  </a:cubicBezTo>
                  <a:cubicBezTo>
                    <a:pt x="59165" y="73681"/>
                    <a:pt x="58734" y="73106"/>
                    <a:pt x="58130" y="72747"/>
                  </a:cubicBezTo>
                  <a:cubicBezTo>
                    <a:pt x="57694" y="72504"/>
                    <a:pt x="57206" y="72374"/>
                    <a:pt x="56710" y="72374"/>
                  </a:cubicBezTo>
                  <a:cubicBezTo>
                    <a:pt x="56619" y="72374"/>
                    <a:pt x="56527" y="72379"/>
                    <a:pt x="56435" y="72388"/>
                  </a:cubicBezTo>
                  <a:cubicBezTo>
                    <a:pt x="55659" y="70836"/>
                    <a:pt x="54869" y="69299"/>
                    <a:pt x="54036" y="67776"/>
                  </a:cubicBezTo>
                  <a:cubicBezTo>
                    <a:pt x="55975" y="66411"/>
                    <a:pt x="57656" y="64744"/>
                    <a:pt x="59036" y="62819"/>
                  </a:cubicBezTo>
                  <a:cubicBezTo>
                    <a:pt x="59682" y="61943"/>
                    <a:pt x="60228" y="60995"/>
                    <a:pt x="60659" y="60003"/>
                  </a:cubicBezTo>
                  <a:cubicBezTo>
                    <a:pt x="63791" y="61383"/>
                    <a:pt x="66981" y="62647"/>
                    <a:pt x="70213" y="63796"/>
                  </a:cubicBezTo>
                  <a:cubicBezTo>
                    <a:pt x="70156" y="65190"/>
                    <a:pt x="70673" y="66612"/>
                    <a:pt x="71751" y="67517"/>
                  </a:cubicBezTo>
                  <a:cubicBezTo>
                    <a:pt x="72674" y="68264"/>
                    <a:pt x="73807" y="68647"/>
                    <a:pt x="74947" y="68647"/>
                  </a:cubicBezTo>
                  <a:cubicBezTo>
                    <a:pt x="75846" y="68647"/>
                    <a:pt x="76750" y="68408"/>
                    <a:pt x="77555" y="67920"/>
                  </a:cubicBezTo>
                  <a:cubicBezTo>
                    <a:pt x="79696" y="66655"/>
                    <a:pt x="80227" y="63897"/>
                    <a:pt x="78920" y="61842"/>
                  </a:cubicBezTo>
                  <a:cubicBezTo>
                    <a:pt x="78604" y="61339"/>
                    <a:pt x="78144" y="60952"/>
                    <a:pt x="77598" y="60722"/>
                  </a:cubicBezTo>
                  <a:cubicBezTo>
                    <a:pt x="77253" y="60176"/>
                    <a:pt x="76707" y="59788"/>
                    <a:pt x="76090" y="59615"/>
                  </a:cubicBezTo>
                  <a:cubicBezTo>
                    <a:pt x="75676" y="59503"/>
                    <a:pt x="75245" y="59448"/>
                    <a:pt x="74813" y="59448"/>
                  </a:cubicBezTo>
                  <a:cubicBezTo>
                    <a:pt x="73368" y="59448"/>
                    <a:pt x="71909" y="60067"/>
                    <a:pt x="71047" y="61239"/>
                  </a:cubicBezTo>
                  <a:cubicBezTo>
                    <a:pt x="67843" y="60104"/>
                    <a:pt x="64668" y="58854"/>
                    <a:pt x="61550" y="57460"/>
                  </a:cubicBezTo>
                  <a:cubicBezTo>
                    <a:pt x="62024" y="55722"/>
                    <a:pt x="62326" y="53940"/>
                    <a:pt x="62469" y="52144"/>
                  </a:cubicBezTo>
                  <a:cubicBezTo>
                    <a:pt x="62541" y="51268"/>
                    <a:pt x="62570" y="50392"/>
                    <a:pt x="62541" y="49515"/>
                  </a:cubicBezTo>
                  <a:lnTo>
                    <a:pt x="66808" y="49113"/>
                  </a:lnTo>
                  <a:cubicBezTo>
                    <a:pt x="67453" y="50422"/>
                    <a:pt x="68762" y="51167"/>
                    <a:pt x="70106" y="51167"/>
                  </a:cubicBezTo>
                  <a:cubicBezTo>
                    <a:pt x="70798" y="51167"/>
                    <a:pt x="71499" y="50970"/>
                    <a:pt x="72124" y="50550"/>
                  </a:cubicBezTo>
                  <a:cubicBezTo>
                    <a:pt x="72713" y="50147"/>
                    <a:pt x="73187" y="49601"/>
                    <a:pt x="73518" y="48969"/>
                  </a:cubicBezTo>
                  <a:cubicBezTo>
                    <a:pt x="74265" y="47920"/>
                    <a:pt x="74337" y="46354"/>
                    <a:pt x="73302" y="45421"/>
                  </a:cubicBezTo>
                  <a:cubicBezTo>
                    <a:pt x="72383" y="44603"/>
                    <a:pt x="71265" y="44010"/>
                    <a:pt x="70057" y="44010"/>
                  </a:cubicBezTo>
                  <a:cubicBezTo>
                    <a:pt x="69737" y="44010"/>
                    <a:pt x="69410" y="44051"/>
                    <a:pt x="69078" y="44142"/>
                  </a:cubicBezTo>
                  <a:cubicBezTo>
                    <a:pt x="67943" y="44472"/>
                    <a:pt x="67024" y="45320"/>
                    <a:pt x="66622" y="46441"/>
                  </a:cubicBezTo>
                  <a:lnTo>
                    <a:pt x="62369" y="46843"/>
                  </a:lnTo>
                  <a:cubicBezTo>
                    <a:pt x="62211" y="45392"/>
                    <a:pt x="61967" y="43955"/>
                    <a:pt x="61694" y="42561"/>
                  </a:cubicBezTo>
                  <a:cubicBezTo>
                    <a:pt x="61406" y="41067"/>
                    <a:pt x="60946" y="39602"/>
                    <a:pt x="60357" y="38194"/>
                  </a:cubicBezTo>
                  <a:lnTo>
                    <a:pt x="72354" y="32806"/>
                  </a:lnTo>
                  <a:cubicBezTo>
                    <a:pt x="73128" y="33700"/>
                    <a:pt x="74266" y="34263"/>
                    <a:pt x="75435" y="34263"/>
                  </a:cubicBezTo>
                  <a:cubicBezTo>
                    <a:pt x="75807" y="34263"/>
                    <a:pt x="76182" y="34206"/>
                    <a:pt x="76549" y="34085"/>
                  </a:cubicBezTo>
                  <a:cubicBezTo>
                    <a:pt x="76865" y="33984"/>
                    <a:pt x="77167" y="33841"/>
                    <a:pt x="77454" y="33668"/>
                  </a:cubicBezTo>
                  <a:cubicBezTo>
                    <a:pt x="78920" y="33467"/>
                    <a:pt x="80112" y="32231"/>
                    <a:pt x="80328" y="30680"/>
                  </a:cubicBezTo>
                  <a:cubicBezTo>
                    <a:pt x="80472" y="29559"/>
                    <a:pt x="80242" y="28424"/>
                    <a:pt x="79667" y="27476"/>
                  </a:cubicBezTo>
                  <a:cubicBezTo>
                    <a:pt x="79595" y="27232"/>
                    <a:pt x="79495" y="27002"/>
                    <a:pt x="79351" y="26801"/>
                  </a:cubicBezTo>
                  <a:cubicBezTo>
                    <a:pt x="78650" y="25755"/>
                    <a:pt x="77510" y="25076"/>
                    <a:pt x="76324" y="25076"/>
                  </a:cubicBezTo>
                  <a:cubicBezTo>
                    <a:pt x="76222" y="25076"/>
                    <a:pt x="76120" y="25081"/>
                    <a:pt x="76018" y="25091"/>
                  </a:cubicBezTo>
                  <a:cubicBezTo>
                    <a:pt x="75856" y="25075"/>
                    <a:pt x="75692" y="25067"/>
                    <a:pt x="75528" y="25067"/>
                  </a:cubicBezTo>
                  <a:cubicBezTo>
                    <a:pt x="75255" y="25067"/>
                    <a:pt x="74980" y="25089"/>
                    <a:pt x="74710" y="25134"/>
                  </a:cubicBezTo>
                  <a:cubicBezTo>
                    <a:pt x="72282" y="25536"/>
                    <a:pt x="71018" y="28065"/>
                    <a:pt x="71291" y="30349"/>
                  </a:cubicBezTo>
                  <a:lnTo>
                    <a:pt x="59165" y="35794"/>
                  </a:lnTo>
                  <a:cubicBezTo>
                    <a:pt x="58518" y="34674"/>
                    <a:pt x="57786" y="33596"/>
                    <a:pt x="56952" y="32591"/>
                  </a:cubicBezTo>
                  <a:cubicBezTo>
                    <a:pt x="55803" y="31211"/>
                    <a:pt x="54409" y="30019"/>
                    <a:pt x="52858" y="29099"/>
                  </a:cubicBezTo>
                  <a:cubicBezTo>
                    <a:pt x="53748" y="27189"/>
                    <a:pt x="54582" y="25263"/>
                    <a:pt x="55343" y="23309"/>
                  </a:cubicBezTo>
                  <a:cubicBezTo>
                    <a:pt x="56766" y="23266"/>
                    <a:pt x="58044" y="22390"/>
                    <a:pt x="58605" y="21082"/>
                  </a:cubicBezTo>
                  <a:cubicBezTo>
                    <a:pt x="59194" y="19617"/>
                    <a:pt x="58849" y="17936"/>
                    <a:pt x="57728" y="16830"/>
                  </a:cubicBezTo>
                  <a:cubicBezTo>
                    <a:pt x="57195" y="16100"/>
                    <a:pt x="56363" y="15705"/>
                    <a:pt x="55510" y="15705"/>
                  </a:cubicBezTo>
                  <a:cubicBezTo>
                    <a:pt x="55054" y="15705"/>
                    <a:pt x="54591" y="15818"/>
                    <a:pt x="54165" y="16054"/>
                  </a:cubicBezTo>
                  <a:cubicBezTo>
                    <a:pt x="52786" y="16772"/>
                    <a:pt x="51852" y="18051"/>
                    <a:pt x="51737" y="19646"/>
                  </a:cubicBezTo>
                  <a:cubicBezTo>
                    <a:pt x="51680" y="20666"/>
                    <a:pt x="52082" y="21672"/>
                    <a:pt x="52843" y="22361"/>
                  </a:cubicBezTo>
                  <a:cubicBezTo>
                    <a:pt x="52111" y="24215"/>
                    <a:pt x="51306" y="26068"/>
                    <a:pt x="50458" y="27878"/>
                  </a:cubicBezTo>
                  <a:cubicBezTo>
                    <a:pt x="49625" y="27533"/>
                    <a:pt x="48749" y="27246"/>
                    <a:pt x="47858" y="27045"/>
                  </a:cubicBezTo>
                  <a:cubicBezTo>
                    <a:pt x="46795" y="26786"/>
                    <a:pt x="45717" y="26614"/>
                    <a:pt x="44640" y="26528"/>
                  </a:cubicBezTo>
                  <a:cubicBezTo>
                    <a:pt x="42985" y="26181"/>
                    <a:pt x="41319" y="26007"/>
                    <a:pt x="39640" y="26007"/>
                  </a:cubicBezTo>
                  <a:cubicBezTo>
                    <a:pt x="39510" y="26007"/>
                    <a:pt x="39381" y="26008"/>
                    <a:pt x="39252" y="26010"/>
                  </a:cubicBezTo>
                  <a:cubicBezTo>
                    <a:pt x="39123" y="20422"/>
                    <a:pt x="39008" y="14847"/>
                    <a:pt x="38907" y="9273"/>
                  </a:cubicBezTo>
                  <a:cubicBezTo>
                    <a:pt x="39036" y="9201"/>
                    <a:pt x="39180" y="9129"/>
                    <a:pt x="39309" y="9043"/>
                  </a:cubicBezTo>
                  <a:cubicBezTo>
                    <a:pt x="40847" y="8942"/>
                    <a:pt x="42140" y="7836"/>
                    <a:pt x="42485" y="6327"/>
                  </a:cubicBezTo>
                  <a:cubicBezTo>
                    <a:pt x="42758" y="4977"/>
                    <a:pt x="42470" y="3569"/>
                    <a:pt x="41680" y="2434"/>
                  </a:cubicBezTo>
                  <a:cubicBezTo>
                    <a:pt x="41623" y="2218"/>
                    <a:pt x="41522" y="2003"/>
                    <a:pt x="41378" y="1816"/>
                  </a:cubicBezTo>
                  <a:cubicBezTo>
                    <a:pt x="40775" y="1040"/>
                    <a:pt x="40157" y="394"/>
                    <a:pt x="39166" y="164"/>
                  </a:cubicBezTo>
                  <a:cubicBezTo>
                    <a:pt x="38853" y="92"/>
                    <a:pt x="38550" y="60"/>
                    <a:pt x="38240" y="60"/>
                  </a:cubicBezTo>
                  <a:cubicBezTo>
                    <a:pt x="38180" y="60"/>
                    <a:pt x="38120" y="61"/>
                    <a:pt x="38059" y="63"/>
                  </a:cubicBezTo>
                  <a:cubicBezTo>
                    <a:pt x="37796" y="19"/>
                    <a:pt x="37533" y="1"/>
                    <a:pt x="37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101"/>
            <p:cNvSpPr/>
            <p:nvPr/>
          </p:nvSpPr>
          <p:spPr>
            <a:xfrm>
              <a:off x="4431375" y="3544825"/>
              <a:ext cx="229550" cy="177825"/>
            </a:xfrm>
            <a:custGeom>
              <a:avLst/>
              <a:gdLst/>
              <a:ahLst/>
              <a:cxnLst/>
              <a:rect l="l" t="t" r="r" b="b"/>
              <a:pathLst>
                <a:path w="9182" h="7113" extrusionOk="0">
                  <a:moveTo>
                    <a:pt x="4584" y="1"/>
                  </a:moveTo>
                  <a:cubicBezTo>
                    <a:pt x="0" y="1"/>
                    <a:pt x="0" y="7112"/>
                    <a:pt x="4584" y="7112"/>
                  </a:cubicBezTo>
                  <a:cubicBezTo>
                    <a:pt x="9181" y="7112"/>
                    <a:pt x="9181" y="1"/>
                    <a:pt x="45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01"/>
            <p:cNvSpPr/>
            <p:nvPr/>
          </p:nvSpPr>
          <p:spPr>
            <a:xfrm>
              <a:off x="4469450" y="3582175"/>
              <a:ext cx="132550" cy="103125"/>
            </a:xfrm>
            <a:custGeom>
              <a:avLst/>
              <a:gdLst/>
              <a:ahLst/>
              <a:cxnLst/>
              <a:rect l="l" t="t" r="r" b="b"/>
              <a:pathLst>
                <a:path w="5302" h="4125" extrusionOk="0">
                  <a:moveTo>
                    <a:pt x="2644" y="1"/>
                  </a:moveTo>
                  <a:cubicBezTo>
                    <a:pt x="0" y="1"/>
                    <a:pt x="0" y="4124"/>
                    <a:pt x="2644" y="4124"/>
                  </a:cubicBezTo>
                  <a:cubicBezTo>
                    <a:pt x="5302" y="4124"/>
                    <a:pt x="5302" y="1"/>
                    <a:pt x="2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101"/>
            <p:cNvSpPr/>
            <p:nvPr/>
          </p:nvSpPr>
          <p:spPr>
            <a:xfrm>
              <a:off x="4760750" y="3522200"/>
              <a:ext cx="231325" cy="179625"/>
            </a:xfrm>
            <a:custGeom>
              <a:avLst/>
              <a:gdLst/>
              <a:ahLst/>
              <a:cxnLst/>
              <a:rect l="l" t="t" r="r" b="b"/>
              <a:pathLst>
                <a:path w="9253" h="7185" extrusionOk="0">
                  <a:moveTo>
                    <a:pt x="4627" y="0"/>
                  </a:moveTo>
                  <a:cubicBezTo>
                    <a:pt x="0" y="0"/>
                    <a:pt x="0" y="7184"/>
                    <a:pt x="4627" y="7184"/>
                  </a:cubicBezTo>
                  <a:cubicBezTo>
                    <a:pt x="9253" y="7184"/>
                    <a:pt x="9253" y="0"/>
                    <a:pt x="46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101"/>
            <p:cNvSpPr/>
            <p:nvPr/>
          </p:nvSpPr>
          <p:spPr>
            <a:xfrm>
              <a:off x="4809600" y="3559925"/>
              <a:ext cx="133625" cy="103825"/>
            </a:xfrm>
            <a:custGeom>
              <a:avLst/>
              <a:gdLst/>
              <a:ahLst/>
              <a:cxnLst/>
              <a:rect l="l" t="t" r="r" b="b"/>
              <a:pathLst>
                <a:path w="5345" h="4153" extrusionOk="0">
                  <a:moveTo>
                    <a:pt x="2673" y="0"/>
                  </a:moveTo>
                  <a:cubicBezTo>
                    <a:pt x="0" y="0"/>
                    <a:pt x="0" y="4152"/>
                    <a:pt x="2673" y="4152"/>
                  </a:cubicBezTo>
                  <a:cubicBezTo>
                    <a:pt x="5345" y="4152"/>
                    <a:pt x="5345" y="0"/>
                    <a:pt x="2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101"/>
            <p:cNvSpPr/>
            <p:nvPr/>
          </p:nvSpPr>
          <p:spPr>
            <a:xfrm>
              <a:off x="4584550" y="3926750"/>
              <a:ext cx="235575" cy="108150"/>
            </a:xfrm>
            <a:custGeom>
              <a:avLst/>
              <a:gdLst/>
              <a:ahLst/>
              <a:cxnLst/>
              <a:rect l="l" t="t" r="r" b="b"/>
              <a:pathLst>
                <a:path w="9423" h="4326" extrusionOk="0">
                  <a:moveTo>
                    <a:pt x="791" y="0"/>
                  </a:moveTo>
                  <a:cubicBezTo>
                    <a:pt x="390" y="0"/>
                    <a:pt x="1" y="354"/>
                    <a:pt x="123" y="844"/>
                  </a:cubicBezTo>
                  <a:cubicBezTo>
                    <a:pt x="611" y="3140"/>
                    <a:pt x="2661" y="4325"/>
                    <a:pt x="4727" y="4325"/>
                  </a:cubicBezTo>
                  <a:cubicBezTo>
                    <a:pt x="6437" y="4325"/>
                    <a:pt x="8158" y="3514"/>
                    <a:pt x="9017" y="1849"/>
                  </a:cubicBezTo>
                  <a:cubicBezTo>
                    <a:pt x="9423" y="1048"/>
                    <a:pt x="8716" y="104"/>
                    <a:pt x="7979" y="104"/>
                  </a:cubicBezTo>
                  <a:cubicBezTo>
                    <a:pt x="7724" y="104"/>
                    <a:pt x="7467" y="216"/>
                    <a:pt x="7249" y="484"/>
                  </a:cubicBezTo>
                  <a:cubicBezTo>
                    <a:pt x="6370" y="1555"/>
                    <a:pt x="5329" y="2108"/>
                    <a:pt x="4301" y="2108"/>
                  </a:cubicBezTo>
                  <a:cubicBezTo>
                    <a:pt x="3245" y="2108"/>
                    <a:pt x="2203" y="1527"/>
                    <a:pt x="1359" y="326"/>
                  </a:cubicBezTo>
                  <a:cubicBezTo>
                    <a:pt x="1215" y="98"/>
                    <a:pt x="1001" y="0"/>
                    <a:pt x="7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3" name="Google Shape;1043;p101"/>
          <p:cNvSpPr/>
          <p:nvPr/>
        </p:nvSpPr>
        <p:spPr>
          <a:xfrm>
            <a:off x="2011680" y="3611880"/>
            <a:ext cx="5120700" cy="567000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101"/>
          <p:cNvSpPr/>
          <p:nvPr/>
        </p:nvSpPr>
        <p:spPr>
          <a:xfrm>
            <a:off x="2011680" y="3611880"/>
            <a:ext cx="51207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A2A2E"/>
              </a:buClr>
              <a:buSzPts val="1500"/>
              <a:buFont typeface="Quicksand"/>
              <a:buNone/>
            </a:pPr>
            <a:r>
              <a:rPr lang="en" sz="1500" i="0" u="none" strike="noStrike" cap="none">
                <a:solidFill>
                  <a:srgbClr val="3A2A2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Can you </a:t>
            </a:r>
            <a:r>
              <a:rPr lang="en" sz="1500">
                <a:solidFill>
                  <a:srgbClr val="3A2A2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edit a gene like a real scientist</a:t>
            </a:r>
            <a:r>
              <a:rPr lang="en" sz="1500" i="0" u="none" strike="noStrike" cap="none">
                <a:solidFill>
                  <a:srgbClr val="3A2A2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?</a:t>
            </a:r>
            <a:endParaRPr sz="1500" i="0" u="none" strike="noStrike" cap="non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E"/>
        </a:solidFill>
        <a:effectLst/>
      </p:bgPr>
    </p:bg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p102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2800"/>
              <a:buFont typeface="Nunito"/>
              <a:buNone/>
            </a:pPr>
            <a:r>
              <a:rPr lang="en" sz="2800" b="1">
                <a:solidFill>
                  <a:srgbClr val="211F22"/>
                </a:solidFill>
                <a:latin typeface="Montserrat"/>
                <a:ea typeface="Montserrat"/>
                <a:cs typeface="Montserrat"/>
                <a:sym typeface="Montserrat"/>
              </a:rPr>
              <a:t>What is CRISPR?</a:t>
            </a:r>
            <a:endParaRPr sz="28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1" name="Google Shape;1051;p102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CRISPR is a find-and-replace tool for DNA.​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A guide tells the Cas9 “scissors” exactly where to cut.​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Cut out the target, paste in a new sequence, and one trait changes.​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It is precise: only the matching spot is cut.​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pic>
        <p:nvPicPr>
          <p:cNvPr id="1052" name="Google Shape;1052;p102" descr="assets/bubbl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370832"/>
            <a:ext cx="457200" cy="512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3" name="Google Shape;1053;p102" descr="assets/blue_dot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592" y="182880"/>
            <a:ext cx="4572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4" name="Google Shape;1054;p10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40676" y="746776"/>
            <a:ext cx="3516526" cy="3516496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p102"/>
          <p:cNvSpPr txBox="1"/>
          <p:nvPr/>
        </p:nvSpPr>
        <p:spPr>
          <a:xfrm>
            <a:off x="8320847" y="4184699"/>
            <a:ext cx="717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Link to image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E"/>
        </a:solidFill>
        <a:effectLst/>
      </p:bgPr>
    </p:bg>
    <p:spTree>
      <p:nvGrpSpPr>
        <p:cNvPr id="1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Google Shape;1061;p103"/>
          <p:cNvSpPr/>
          <p:nvPr/>
        </p:nvSpPr>
        <p:spPr>
          <a:xfrm>
            <a:off x="3200400" y="457200"/>
            <a:ext cx="2743200" cy="566928"/>
          </a:xfrm>
          <a:prstGeom prst="roundRect">
            <a:avLst>
              <a:gd name="adj" fmla="val 19355"/>
            </a:avLst>
          </a:prstGeom>
          <a:solidFill>
            <a:srgbClr val="FDD4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7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2" name="Google Shape;1062;p103"/>
          <p:cNvSpPr/>
          <p:nvPr/>
        </p:nvSpPr>
        <p:spPr>
          <a:xfrm>
            <a:off x="3200400" y="457200"/>
            <a:ext cx="27432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2200"/>
              <a:buFont typeface="Nunito"/>
              <a:buNone/>
            </a:pPr>
            <a:r>
              <a:rPr lang="en" sz="2200" b="1" i="0" u="none" strike="noStrike" cap="none">
                <a:solidFill>
                  <a:srgbClr val="211F22"/>
                </a:solidFill>
                <a:latin typeface="Montserrat"/>
                <a:ea typeface="Montserrat"/>
                <a:cs typeface="Montserrat"/>
                <a:sym typeface="Montserrat"/>
              </a:rPr>
              <a:t>Materials</a:t>
            </a:r>
            <a:endParaRPr sz="22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3" name="Google Shape;1063;p103"/>
          <p:cNvSpPr/>
          <p:nvPr/>
        </p:nvSpPr>
        <p:spPr>
          <a:xfrm>
            <a:off x="2286000" y="411480"/>
            <a:ext cx="8229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D4426"/>
              </a:buClr>
              <a:buSzPts val="2600"/>
              <a:buFont typeface="Quicksand"/>
              <a:buNone/>
            </a:pPr>
            <a:r>
              <a:rPr lang="en" sz="2600" b="1" i="0" u="none" strike="noStrike" cap="none">
                <a:solidFill>
                  <a:srgbClr val="FD4426"/>
                </a:solidFill>
                <a:latin typeface="Quicksand"/>
                <a:ea typeface="Quicksand"/>
                <a:cs typeface="Quicksand"/>
                <a:sym typeface="Quicksand"/>
              </a:rPr>
              <a:t>〰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103"/>
          <p:cNvSpPr/>
          <p:nvPr/>
        </p:nvSpPr>
        <p:spPr>
          <a:xfrm>
            <a:off x="6035040" y="411480"/>
            <a:ext cx="8229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D4426"/>
              </a:buClr>
              <a:buSzPts val="2600"/>
              <a:buFont typeface="Quicksand"/>
              <a:buNone/>
            </a:pPr>
            <a:r>
              <a:rPr lang="en" sz="2600" b="1" i="0" u="none" strike="noStrike" cap="none">
                <a:solidFill>
                  <a:srgbClr val="FD4426"/>
                </a:solidFill>
                <a:latin typeface="Quicksand"/>
                <a:ea typeface="Quicksand"/>
                <a:cs typeface="Quicksand"/>
                <a:sym typeface="Quicksand"/>
              </a:rPr>
              <a:t>〰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103"/>
          <p:cNvSpPr/>
          <p:nvPr/>
        </p:nvSpPr>
        <p:spPr>
          <a:xfrm>
            <a:off x="434310" y="3708766"/>
            <a:ext cx="17283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1250"/>
              <a:buFont typeface="Quicksand"/>
              <a:buNone/>
            </a:pPr>
            <a:r>
              <a:rPr lang="en" sz="1300" b="1">
                <a:solidFill>
                  <a:srgbClr val="211F22"/>
                </a:solidFill>
                <a:latin typeface="Glegoo"/>
                <a:ea typeface="Glegoo"/>
                <a:cs typeface="Glegoo"/>
                <a:sym typeface="Glegoo"/>
              </a:rPr>
              <a:t>DNA Strips (printed)</a:t>
            </a:r>
            <a:endParaRPr sz="1300" i="0" u="none" strike="noStrike" cap="none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066" name="Google Shape;1066;p103"/>
          <p:cNvSpPr/>
          <p:nvPr/>
        </p:nvSpPr>
        <p:spPr>
          <a:xfrm>
            <a:off x="2670048" y="3708756"/>
            <a:ext cx="17283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1250"/>
              <a:buFont typeface="Quicksand"/>
              <a:buNone/>
            </a:pPr>
            <a:r>
              <a:rPr lang="en" sz="1300" b="1">
                <a:solidFill>
                  <a:srgbClr val="211F22"/>
                </a:solidFill>
                <a:latin typeface="Glegoo"/>
                <a:ea typeface="Glegoo"/>
                <a:cs typeface="Glegoo"/>
                <a:sym typeface="Glegoo"/>
              </a:rPr>
              <a:t>Guide RNA Cards</a:t>
            </a:r>
            <a:endParaRPr sz="1300" i="0" u="none" strike="noStrike" cap="none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067" name="Google Shape;1067;p103"/>
          <p:cNvSpPr/>
          <p:nvPr/>
        </p:nvSpPr>
        <p:spPr>
          <a:xfrm>
            <a:off x="6887774" y="3681834"/>
            <a:ext cx="17283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1250"/>
              <a:buFont typeface="Quicksand"/>
              <a:buNone/>
            </a:pPr>
            <a:r>
              <a:rPr lang="en" sz="1300" b="1">
                <a:solidFill>
                  <a:srgbClr val="211F22"/>
                </a:solidFill>
                <a:latin typeface="Glegoo"/>
                <a:ea typeface="Glegoo"/>
                <a:cs typeface="Glegoo"/>
                <a:sym typeface="Glegoo"/>
              </a:rPr>
              <a:t>Scissors and tape</a:t>
            </a:r>
            <a:endParaRPr sz="1300" i="0" u="none" strike="noStrike" cap="none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068" name="Google Shape;1068;p103"/>
          <p:cNvSpPr/>
          <p:nvPr/>
        </p:nvSpPr>
        <p:spPr>
          <a:xfrm>
            <a:off x="4795998" y="3637078"/>
            <a:ext cx="17283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1250"/>
              <a:buFont typeface="Quicksand"/>
              <a:buNone/>
            </a:pPr>
            <a:r>
              <a:rPr lang="en" sz="1300" b="1">
                <a:solidFill>
                  <a:srgbClr val="211F22"/>
                </a:solidFill>
                <a:latin typeface="Glegoo"/>
                <a:ea typeface="Glegoo"/>
                <a:cs typeface="Glegoo"/>
                <a:sym typeface="Glegoo"/>
              </a:rPr>
              <a:t>Edit menu + trait key</a:t>
            </a:r>
            <a:endParaRPr sz="1300" i="0" u="none" strike="noStrike" cap="none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pic>
        <p:nvPicPr>
          <p:cNvPr id="1069" name="Google Shape;1069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68499" y="1776504"/>
            <a:ext cx="1728300" cy="1728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Google Shape;1070;p10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30804" y="1912015"/>
            <a:ext cx="1912270" cy="13194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1" name="Google Shape;1071;p103" title="image (3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4800" y="1130575"/>
            <a:ext cx="1762375" cy="2374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2" name="Google Shape;1072;p103" title="ChatGPT Image Jul 16, 2026, 11_18_00 A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98350" y="1658875"/>
            <a:ext cx="2406317" cy="1728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E"/>
        </a:solidFill>
        <a:effectLst/>
      </p:bgPr>
    </p:bg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104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9B6E"/>
              </a:buClr>
              <a:buSzPts val="2600"/>
              <a:buFont typeface="Nunito"/>
              <a:buNone/>
            </a:pPr>
            <a:r>
              <a:rPr lang="en" sz="2600" b="1" i="0" u="none" strike="noStrike" cap="none">
                <a:solidFill>
                  <a:srgbClr val="0E9B6E"/>
                </a:solidFill>
                <a:latin typeface="Montserrat"/>
                <a:ea typeface="Montserrat"/>
                <a:cs typeface="Montserrat"/>
                <a:sym typeface="Montserrat"/>
              </a:rPr>
              <a:t>Step 1:  </a:t>
            </a:r>
            <a:r>
              <a:rPr lang="en" sz="2600" b="1">
                <a:solidFill>
                  <a:srgbClr val="211F22"/>
                </a:solidFill>
                <a:latin typeface="Montserrat"/>
                <a:ea typeface="Montserrat"/>
                <a:cs typeface="Montserrat"/>
                <a:sym typeface="Montserrat"/>
              </a:rPr>
              <a:t>Find your target</a:t>
            </a:r>
            <a:endParaRPr sz="26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9" name="Google Shape;1079;p104"/>
          <p:cNvSpPr/>
          <p:nvPr/>
        </p:nvSpPr>
        <p:spPr>
          <a:xfrm>
            <a:off x="502920" y="1310640"/>
            <a:ext cx="4937700" cy="3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Your guide-RNA card shows a short target sequence (like GAT-TAC).​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Scan your DNA strip to find the one spot that matches.​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That match is where the edit will happen.​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pic>
        <p:nvPicPr>
          <p:cNvPr id="1080" name="Google Shape;1080;p104" descr="assets/bubbl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370832"/>
            <a:ext cx="457200" cy="512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1" name="Google Shape;1081;p104" descr="assets/blue_dot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592" y="182880"/>
            <a:ext cx="4572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2" name="Google Shape;1082;p104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A66"/>
              </a:buClr>
              <a:buSzPts val="900"/>
              <a:buFont typeface="Quicksand"/>
              <a:buNone/>
            </a:pPr>
            <a:r>
              <a:rPr lang="en" sz="900" b="0" i="0" u="none" strike="noStrike" cap="none">
                <a:solidFill>
                  <a:srgbClr val="6E6A66"/>
                </a:solidFill>
                <a:latin typeface="Quicksand"/>
                <a:ea typeface="Quicksand"/>
                <a:cs typeface="Quicksand"/>
                <a:sym typeface="Quicksand"/>
              </a:rPr>
              <a:t>UChicago Genehackers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3" name="Google Shape;1083;p10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57875" y="1297151"/>
            <a:ext cx="3468951" cy="1978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4" name="Google Shape;1084;p104"/>
          <p:cNvSpPr txBox="1"/>
          <p:nvPr/>
        </p:nvSpPr>
        <p:spPr>
          <a:xfrm>
            <a:off x="8199609" y="3198997"/>
            <a:ext cx="7437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Link to image</a:t>
            </a:r>
            <a:endParaRPr sz="6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E"/>
        </a:solidFill>
        <a:effectLst/>
      </p:bgPr>
    </p:bg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p105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9B6E"/>
              </a:buClr>
              <a:buSzPts val="2600"/>
              <a:buFont typeface="Nunito"/>
              <a:buNone/>
            </a:pPr>
            <a:r>
              <a:rPr lang="en" sz="2600" b="1" i="0" u="none" strike="noStrike" cap="none">
                <a:solidFill>
                  <a:srgbClr val="0E9B6E"/>
                </a:solidFill>
                <a:latin typeface="Montserrat"/>
                <a:ea typeface="Montserrat"/>
                <a:cs typeface="Montserrat"/>
                <a:sym typeface="Montserrat"/>
              </a:rPr>
              <a:t>Step 2:  </a:t>
            </a:r>
            <a:r>
              <a:rPr lang="en" sz="2600" b="1">
                <a:solidFill>
                  <a:srgbClr val="211F22"/>
                </a:solidFill>
                <a:latin typeface="Montserrat"/>
                <a:ea typeface="Montserrat"/>
                <a:cs typeface="Montserrat"/>
                <a:sym typeface="Montserrat"/>
              </a:rPr>
              <a:t>Cut it out</a:t>
            </a:r>
            <a:endParaRPr sz="26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1" name="Google Shape;1091;p105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Use scissors to cut out the matching target sequence.​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Only that spot, because the guide matched only there.​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This is the Cas9 “cut.”​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pic>
        <p:nvPicPr>
          <p:cNvPr id="1092" name="Google Shape;1092;p105" descr="assets/bubbl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7160" y="4343400"/>
            <a:ext cx="457200" cy="512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3" name="Google Shape;1093;p105" descr="assets/squiggl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83880" y="201168"/>
            <a:ext cx="502920" cy="209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4" name="Google Shape;1094;p10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40675" y="1487201"/>
            <a:ext cx="3468951" cy="1978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5" name="Google Shape;1095;p105"/>
          <p:cNvSpPr txBox="1"/>
          <p:nvPr/>
        </p:nvSpPr>
        <p:spPr>
          <a:xfrm>
            <a:off x="7320950" y="1665175"/>
            <a:ext cx="949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✂️</a:t>
            </a:r>
            <a:endParaRPr sz="3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E"/>
        </a:solidFill>
        <a:effectLst/>
      </p:bgPr>
    </p:bg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106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9B6E"/>
              </a:buClr>
              <a:buSzPts val="2600"/>
              <a:buFont typeface="Nunito"/>
              <a:buNone/>
            </a:pPr>
            <a:r>
              <a:rPr lang="en" sz="2600" b="1" i="0" u="none" strike="noStrike" cap="none">
                <a:solidFill>
                  <a:srgbClr val="0E9B6E"/>
                </a:solidFill>
                <a:latin typeface="Montserrat"/>
                <a:ea typeface="Montserrat"/>
                <a:cs typeface="Montserrat"/>
                <a:sym typeface="Montserrat"/>
              </a:rPr>
              <a:t>Step 3:  </a:t>
            </a:r>
            <a:r>
              <a:rPr lang="en" sz="2600" b="1">
                <a:solidFill>
                  <a:srgbClr val="211F22"/>
                </a:solidFill>
                <a:latin typeface="Montserrat"/>
                <a:ea typeface="Montserrat"/>
                <a:cs typeface="Montserrat"/>
                <a:sym typeface="Montserrat"/>
              </a:rPr>
              <a:t>Paste in a new gene</a:t>
            </a:r>
            <a:endParaRPr sz="26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2" name="Google Shape;1102;p106"/>
          <p:cNvSpPr/>
          <p:nvPr/>
        </p:nvSpPr>
        <p:spPr>
          <a:xfrm>
            <a:off x="502920" y="1328562"/>
            <a:ext cx="4937700" cy="3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Pick a replacement sequence from the edit menu.​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Tape it into the gap you cut.​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Look it up on the trait key. Your edit changed the organism!​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pic>
        <p:nvPicPr>
          <p:cNvPr id="1103" name="Google Shape;1103;p106" descr="assets/bubbl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370832"/>
            <a:ext cx="457200" cy="512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4" name="Google Shape;1104;p106" descr="assets/blue_dot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592" y="182880"/>
            <a:ext cx="4572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5" name="Google Shape;1105;p106"/>
          <p:cNvSpPr txBox="1"/>
          <p:nvPr/>
        </p:nvSpPr>
        <p:spPr>
          <a:xfrm>
            <a:off x="6886325" y="1384425"/>
            <a:ext cx="1173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legoo"/>
                <a:ea typeface="Glegoo"/>
                <a:cs typeface="Glegoo"/>
                <a:sym typeface="Glegoo"/>
              </a:rPr>
              <a:t>Edit menu</a:t>
            </a:r>
            <a:endParaRPr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106" name="Google Shape;1106;p106"/>
          <p:cNvSpPr/>
          <p:nvPr/>
        </p:nvSpPr>
        <p:spPr>
          <a:xfrm>
            <a:off x="6299378" y="1868300"/>
            <a:ext cx="2347800" cy="627300"/>
          </a:xfrm>
          <a:prstGeom prst="roundRect">
            <a:avLst>
              <a:gd name="adj" fmla="val 16667"/>
            </a:avLst>
          </a:prstGeom>
          <a:solidFill>
            <a:srgbClr val="21A8D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lt1"/>
                </a:solidFill>
                <a:latin typeface="Glegoo"/>
                <a:ea typeface="Glegoo"/>
                <a:cs typeface="Glegoo"/>
                <a:sym typeface="Glegoo"/>
              </a:rPr>
              <a:t>Blue color</a:t>
            </a:r>
            <a:endParaRPr b="1">
              <a:solidFill>
                <a:schemeClr val="lt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107" name="Google Shape;1107;p106"/>
          <p:cNvSpPr/>
          <p:nvPr/>
        </p:nvSpPr>
        <p:spPr>
          <a:xfrm>
            <a:off x="6299378" y="2552403"/>
            <a:ext cx="2347800" cy="627300"/>
          </a:xfrm>
          <a:prstGeom prst="roundRect">
            <a:avLst>
              <a:gd name="adj" fmla="val 16667"/>
            </a:avLst>
          </a:prstGeom>
          <a:solidFill>
            <a:srgbClr val="1DC48E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lt1"/>
                </a:solidFill>
                <a:latin typeface="Glegoo"/>
                <a:ea typeface="Glegoo"/>
                <a:cs typeface="Glegoo"/>
                <a:sym typeface="Glegoo"/>
              </a:rPr>
              <a:t>Green color</a:t>
            </a:r>
            <a:endParaRPr b="1">
              <a:solidFill>
                <a:schemeClr val="lt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108" name="Google Shape;1108;p106"/>
          <p:cNvSpPr/>
          <p:nvPr/>
        </p:nvSpPr>
        <p:spPr>
          <a:xfrm>
            <a:off x="6299378" y="3245453"/>
            <a:ext cx="2347800" cy="627300"/>
          </a:xfrm>
          <a:prstGeom prst="roundRect">
            <a:avLst>
              <a:gd name="adj" fmla="val 16667"/>
            </a:avLst>
          </a:prstGeom>
          <a:solidFill>
            <a:srgbClr val="9B59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lt1"/>
                </a:solidFill>
                <a:latin typeface="Glegoo"/>
                <a:ea typeface="Glegoo"/>
                <a:cs typeface="Glegoo"/>
                <a:sym typeface="Glegoo"/>
              </a:rPr>
              <a:t>Glow!</a:t>
            </a:r>
            <a:endParaRPr b="1">
              <a:solidFill>
                <a:schemeClr val="lt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E"/>
        </a:solidFill>
        <a:effectLst/>
      </p:bgPr>
    </p:bg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p107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2600"/>
              <a:buFont typeface="Nunito"/>
              <a:buNone/>
            </a:pPr>
            <a:r>
              <a:rPr lang="en" sz="2600" b="1">
                <a:solidFill>
                  <a:srgbClr val="211F22"/>
                </a:solidFill>
                <a:latin typeface="Montserrat"/>
                <a:ea typeface="Montserrat"/>
                <a:cs typeface="Montserrat"/>
                <a:sym typeface="Montserrat"/>
              </a:rPr>
              <a:t>CRISPR: how did this work?​</a:t>
            </a:r>
            <a:endParaRPr sz="26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5" name="Google Shape;1115;p107"/>
          <p:cNvSpPr/>
          <p:nvPr/>
        </p:nvSpPr>
        <p:spPr>
          <a:xfrm>
            <a:off x="502920" y="1108989"/>
            <a:ext cx="7863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12F"/>
              </a:buClr>
              <a:buSzPts val="1500"/>
              <a:buFont typeface="Quicksand"/>
              <a:buNone/>
            </a:pPr>
            <a:r>
              <a:rPr lang="en" sz="1800" b="1">
                <a:solidFill>
                  <a:srgbClr val="33312F"/>
                </a:solidFill>
                <a:highlight>
                  <a:srgbClr val="FFE9A8"/>
                </a:highlight>
                <a:latin typeface="Glegoo"/>
                <a:ea typeface="Glegoo"/>
                <a:cs typeface="Glegoo"/>
                <a:sym typeface="Glegoo"/>
              </a:rPr>
              <a:t>Why does Cas9 need a guide instead of cutting anywhere?​</a:t>
            </a:r>
            <a:endParaRPr sz="1800" b="1" i="0" u="none" strike="noStrike" cap="none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116" name="Google Shape;1116;p107"/>
          <p:cNvSpPr/>
          <p:nvPr/>
        </p:nvSpPr>
        <p:spPr>
          <a:xfrm>
            <a:off x="685800" y="1675917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The guide gives CRISPR its precision. It cuts only the matching spot.​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Cutting at random could damage the wrong gene.​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117" name="Google Shape;1117;p107"/>
          <p:cNvSpPr/>
          <p:nvPr/>
        </p:nvSpPr>
        <p:spPr>
          <a:xfrm>
            <a:off x="502920" y="2937789"/>
            <a:ext cx="7863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12F"/>
              </a:buClr>
              <a:buSzPts val="1500"/>
              <a:buFont typeface="Quicksand"/>
              <a:buNone/>
            </a:pPr>
            <a:r>
              <a:rPr lang="en" sz="1800" b="1">
                <a:solidFill>
                  <a:srgbClr val="33312F"/>
                </a:solidFill>
                <a:highlight>
                  <a:srgbClr val="FAD0D9"/>
                </a:highlight>
                <a:latin typeface="Glegoo"/>
                <a:ea typeface="Glegoo"/>
                <a:cs typeface="Glegoo"/>
                <a:sym typeface="Glegoo"/>
              </a:rPr>
              <a:t>What could happen if TWO spots matched the guide?​</a:t>
            </a:r>
            <a:endParaRPr sz="1800" b="1" i="0" u="none" strike="noStrike" cap="none">
              <a:solidFill>
                <a:schemeClr val="dk1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sp>
        <p:nvSpPr>
          <p:cNvPr id="1118" name="Google Shape;1118;p107"/>
          <p:cNvSpPr/>
          <p:nvPr/>
        </p:nvSpPr>
        <p:spPr>
          <a:xfrm>
            <a:off x="685800" y="3504717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Both might get cut (an “off-target” edit).​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Avoiding off-target cuts is a real challenge scientists work on.​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E"/>
        </a:solidFill>
        <a:effectLst/>
      </p:bgPr>
    </p:bg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108"/>
          <p:cNvSpPr/>
          <p:nvPr/>
        </p:nvSpPr>
        <p:spPr>
          <a:xfrm>
            <a:off x="502920" y="310896"/>
            <a:ext cx="81381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1F22"/>
              </a:buClr>
              <a:buSzPts val="2600"/>
              <a:buFont typeface="Nunito"/>
              <a:buNone/>
            </a:pPr>
            <a:r>
              <a:rPr lang="en" sz="2600" b="1">
                <a:solidFill>
                  <a:srgbClr val="211F22"/>
                </a:solidFill>
                <a:latin typeface="Montserrat"/>
                <a:ea typeface="Montserrat"/>
                <a:cs typeface="Montserrat"/>
                <a:sym typeface="Montserrat"/>
              </a:rPr>
              <a:t>CRISPR in the real world</a:t>
            </a:r>
            <a:endParaRPr sz="26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25" name="Google Shape;1125;p108"/>
          <p:cNvSpPr/>
          <p:nvPr/>
        </p:nvSpPr>
        <p:spPr>
          <a:xfrm>
            <a:off x="443850" y="1245800"/>
            <a:ext cx="3741000" cy="28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Some examples….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Treating diseases like sickle-cell anemia.​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Making crops that resist pests and drought.​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3D3A3C"/>
              </a:buClr>
              <a:buSzPts val="1800"/>
              <a:buFont typeface="Glegoo"/>
              <a:buChar char="–"/>
            </a:pPr>
            <a:r>
              <a:rPr lang="en" sz="1800">
                <a:solidFill>
                  <a:srgbClr val="3D3A3C"/>
                </a:solidFill>
                <a:latin typeface="Glegoo"/>
                <a:ea typeface="Glegoo"/>
                <a:cs typeface="Glegoo"/>
                <a:sym typeface="Glegoo"/>
              </a:rPr>
              <a:t>It is the same find-and-replace idea you just did, just inside real cells.​</a:t>
            </a:r>
            <a:endParaRPr sz="1800">
              <a:solidFill>
                <a:srgbClr val="3D3A3C"/>
              </a:solidFill>
              <a:latin typeface="Glegoo"/>
              <a:ea typeface="Glegoo"/>
              <a:cs typeface="Glegoo"/>
              <a:sym typeface="Glegoo"/>
            </a:endParaRPr>
          </a:p>
        </p:txBody>
      </p:sp>
      <p:pic>
        <p:nvPicPr>
          <p:cNvPr id="1126" name="Google Shape;1126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84850" y="1041787"/>
            <a:ext cx="4826476" cy="32124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109"/>
          <p:cNvSpPr txBox="1">
            <a:spLocks noGrp="1"/>
          </p:cNvSpPr>
          <p:nvPr>
            <p:ph type="ctrTitle"/>
          </p:nvPr>
        </p:nvSpPr>
        <p:spPr>
          <a:xfrm>
            <a:off x="2181100" y="1633200"/>
            <a:ext cx="4782000" cy="187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2" name="Google Shape;1132;p109"/>
          <p:cNvSpPr/>
          <p:nvPr/>
        </p:nvSpPr>
        <p:spPr>
          <a:xfrm rot="-1274851">
            <a:off x="4096683" y="382948"/>
            <a:ext cx="950832" cy="527644"/>
          </a:xfrm>
          <a:custGeom>
            <a:avLst/>
            <a:gdLst/>
            <a:ahLst/>
            <a:cxnLst/>
            <a:rect l="l" t="t" r="r" b="b"/>
            <a:pathLst>
              <a:path w="20204" h="11211" extrusionOk="0">
                <a:moveTo>
                  <a:pt x="3442" y="1"/>
                </a:moveTo>
                <a:cubicBezTo>
                  <a:pt x="3180" y="1"/>
                  <a:pt x="2914" y="96"/>
                  <a:pt x="2729" y="264"/>
                </a:cubicBezTo>
                <a:cubicBezTo>
                  <a:pt x="1783" y="1086"/>
                  <a:pt x="962" y="2044"/>
                  <a:pt x="290" y="3102"/>
                </a:cubicBezTo>
                <a:cubicBezTo>
                  <a:pt x="0" y="3578"/>
                  <a:pt x="432" y="4089"/>
                  <a:pt x="887" y="4089"/>
                </a:cubicBezTo>
                <a:cubicBezTo>
                  <a:pt x="1038" y="4089"/>
                  <a:pt x="1192" y="4032"/>
                  <a:pt x="1323" y="3898"/>
                </a:cubicBezTo>
                <a:cubicBezTo>
                  <a:pt x="1833" y="3351"/>
                  <a:pt x="2393" y="2840"/>
                  <a:pt x="2978" y="2367"/>
                </a:cubicBezTo>
                <a:cubicBezTo>
                  <a:pt x="3463" y="3537"/>
                  <a:pt x="3974" y="4682"/>
                  <a:pt x="4471" y="5840"/>
                </a:cubicBezTo>
                <a:cubicBezTo>
                  <a:pt x="4602" y="6159"/>
                  <a:pt x="4965" y="6322"/>
                  <a:pt x="5314" y="6322"/>
                </a:cubicBezTo>
                <a:cubicBezTo>
                  <a:pt x="5496" y="6322"/>
                  <a:pt x="5675" y="6278"/>
                  <a:pt x="5816" y="6188"/>
                </a:cubicBezTo>
                <a:lnTo>
                  <a:pt x="8354" y="4633"/>
                </a:lnTo>
                <a:cubicBezTo>
                  <a:pt x="8529" y="5802"/>
                  <a:pt x="8765" y="6960"/>
                  <a:pt x="9051" y="8105"/>
                </a:cubicBezTo>
                <a:cubicBezTo>
                  <a:pt x="9169" y="8531"/>
                  <a:pt x="9610" y="8844"/>
                  <a:pt x="10052" y="8844"/>
                </a:cubicBezTo>
                <a:cubicBezTo>
                  <a:pt x="10218" y="8844"/>
                  <a:pt x="10383" y="8800"/>
                  <a:pt x="10532" y="8702"/>
                </a:cubicBezTo>
                <a:cubicBezTo>
                  <a:pt x="11466" y="8055"/>
                  <a:pt x="12437" y="7458"/>
                  <a:pt x="13432" y="6923"/>
                </a:cubicBezTo>
                <a:cubicBezTo>
                  <a:pt x="13644" y="8105"/>
                  <a:pt x="13880" y="9275"/>
                  <a:pt x="14154" y="10445"/>
                </a:cubicBezTo>
                <a:cubicBezTo>
                  <a:pt x="14254" y="10870"/>
                  <a:pt x="14729" y="11210"/>
                  <a:pt x="15177" y="11210"/>
                </a:cubicBezTo>
                <a:cubicBezTo>
                  <a:pt x="15345" y="11210"/>
                  <a:pt x="15509" y="11163"/>
                  <a:pt x="15648" y="11054"/>
                </a:cubicBezTo>
                <a:lnTo>
                  <a:pt x="19257" y="8267"/>
                </a:lnTo>
                <a:cubicBezTo>
                  <a:pt x="20204" y="7546"/>
                  <a:pt x="19618" y="6365"/>
                  <a:pt x="18733" y="6365"/>
                </a:cubicBezTo>
                <a:cubicBezTo>
                  <a:pt x="18502" y="6365"/>
                  <a:pt x="18250" y="6445"/>
                  <a:pt x="18000" y="6636"/>
                </a:cubicBezTo>
                <a:lnTo>
                  <a:pt x="15784" y="8379"/>
                </a:lnTo>
                <a:cubicBezTo>
                  <a:pt x="15548" y="7296"/>
                  <a:pt x="15336" y="6201"/>
                  <a:pt x="15162" y="5105"/>
                </a:cubicBezTo>
                <a:cubicBezTo>
                  <a:pt x="15092" y="4621"/>
                  <a:pt x="14641" y="4392"/>
                  <a:pt x="14203" y="4392"/>
                </a:cubicBezTo>
                <a:cubicBezTo>
                  <a:pt x="14022" y="4392"/>
                  <a:pt x="13843" y="4432"/>
                  <a:pt x="13694" y="4508"/>
                </a:cubicBezTo>
                <a:cubicBezTo>
                  <a:pt x="12648" y="5031"/>
                  <a:pt x="11653" y="5591"/>
                  <a:pt x="10669" y="6201"/>
                </a:cubicBezTo>
                <a:cubicBezTo>
                  <a:pt x="10445" y="5130"/>
                  <a:pt x="10271" y="4048"/>
                  <a:pt x="10159" y="2965"/>
                </a:cubicBezTo>
                <a:cubicBezTo>
                  <a:pt x="10102" y="2415"/>
                  <a:pt x="9662" y="1944"/>
                  <a:pt x="9142" y="1944"/>
                </a:cubicBezTo>
                <a:cubicBezTo>
                  <a:pt x="8980" y="1944"/>
                  <a:pt x="8809" y="1990"/>
                  <a:pt x="8641" y="2094"/>
                </a:cubicBezTo>
                <a:cubicBezTo>
                  <a:pt x="7682" y="2691"/>
                  <a:pt x="6724" y="3301"/>
                  <a:pt x="5766" y="3898"/>
                </a:cubicBezTo>
                <a:cubicBezTo>
                  <a:pt x="5255" y="2753"/>
                  <a:pt x="4745" y="1596"/>
                  <a:pt x="4223" y="463"/>
                </a:cubicBezTo>
                <a:cubicBezTo>
                  <a:pt x="4072" y="142"/>
                  <a:pt x="3760" y="1"/>
                  <a:pt x="3442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3" name="Google Shape;1133;p109"/>
          <p:cNvGrpSpPr/>
          <p:nvPr/>
        </p:nvGrpSpPr>
        <p:grpSpPr>
          <a:xfrm rot="1023448" flipH="1">
            <a:off x="59536" y="1602804"/>
            <a:ext cx="1870687" cy="686514"/>
            <a:chOff x="4559950" y="777900"/>
            <a:chExt cx="2512500" cy="922050"/>
          </a:xfrm>
        </p:grpSpPr>
        <p:sp>
          <p:nvSpPr>
            <p:cNvPr id="1134" name="Google Shape;1134;p109"/>
            <p:cNvSpPr/>
            <p:nvPr/>
          </p:nvSpPr>
          <p:spPr>
            <a:xfrm>
              <a:off x="4559950" y="777900"/>
              <a:ext cx="2512500" cy="922050"/>
            </a:xfrm>
            <a:custGeom>
              <a:avLst/>
              <a:gdLst/>
              <a:ahLst/>
              <a:cxnLst/>
              <a:rect l="l" t="t" r="r" b="b"/>
              <a:pathLst>
                <a:path w="100500" h="36882" extrusionOk="0">
                  <a:moveTo>
                    <a:pt x="97571" y="1"/>
                  </a:moveTo>
                  <a:cubicBezTo>
                    <a:pt x="96865" y="1"/>
                    <a:pt x="96150" y="290"/>
                    <a:pt x="95543" y="768"/>
                  </a:cubicBezTo>
                  <a:cubicBezTo>
                    <a:pt x="93115" y="2679"/>
                    <a:pt x="90299" y="4820"/>
                    <a:pt x="87469" y="6070"/>
                  </a:cubicBezTo>
                  <a:cubicBezTo>
                    <a:pt x="86664" y="6400"/>
                    <a:pt x="85845" y="6688"/>
                    <a:pt x="84998" y="6889"/>
                  </a:cubicBezTo>
                  <a:cubicBezTo>
                    <a:pt x="84394" y="7047"/>
                    <a:pt x="83776" y="7162"/>
                    <a:pt x="83159" y="7219"/>
                  </a:cubicBezTo>
                  <a:cubicBezTo>
                    <a:pt x="82921" y="7231"/>
                    <a:pt x="82691" y="7236"/>
                    <a:pt x="82466" y="7236"/>
                  </a:cubicBezTo>
                  <a:cubicBezTo>
                    <a:pt x="80991" y="7236"/>
                    <a:pt x="79753" y="7005"/>
                    <a:pt x="78245" y="6731"/>
                  </a:cubicBezTo>
                  <a:cubicBezTo>
                    <a:pt x="77045" y="6515"/>
                    <a:pt x="75872" y="6367"/>
                    <a:pt x="74690" y="6367"/>
                  </a:cubicBezTo>
                  <a:cubicBezTo>
                    <a:pt x="73904" y="6367"/>
                    <a:pt x="73114" y="6432"/>
                    <a:pt x="72311" y="6587"/>
                  </a:cubicBezTo>
                  <a:cubicBezTo>
                    <a:pt x="70745" y="6917"/>
                    <a:pt x="69251" y="7535"/>
                    <a:pt x="67915" y="8412"/>
                  </a:cubicBezTo>
                  <a:cubicBezTo>
                    <a:pt x="66392" y="9417"/>
                    <a:pt x="64998" y="10624"/>
                    <a:pt x="63792" y="12003"/>
                  </a:cubicBezTo>
                  <a:cubicBezTo>
                    <a:pt x="57872" y="9173"/>
                    <a:pt x="51220" y="7938"/>
                    <a:pt x="44726" y="7463"/>
                  </a:cubicBezTo>
                  <a:cubicBezTo>
                    <a:pt x="40537" y="6876"/>
                    <a:pt x="36315" y="6582"/>
                    <a:pt x="32089" y="6582"/>
                  </a:cubicBezTo>
                  <a:cubicBezTo>
                    <a:pt x="31460" y="6582"/>
                    <a:pt x="30830" y="6588"/>
                    <a:pt x="30201" y="6601"/>
                  </a:cubicBezTo>
                  <a:cubicBezTo>
                    <a:pt x="26925" y="6702"/>
                    <a:pt x="23664" y="7004"/>
                    <a:pt x="20417" y="7478"/>
                  </a:cubicBezTo>
                  <a:cubicBezTo>
                    <a:pt x="17989" y="7780"/>
                    <a:pt x="15589" y="8311"/>
                    <a:pt x="13262" y="9044"/>
                  </a:cubicBezTo>
                  <a:cubicBezTo>
                    <a:pt x="9843" y="10179"/>
                    <a:pt x="6624" y="11702"/>
                    <a:pt x="3923" y="14087"/>
                  </a:cubicBezTo>
                  <a:cubicBezTo>
                    <a:pt x="1553" y="16184"/>
                    <a:pt x="130" y="19431"/>
                    <a:pt x="73" y="22563"/>
                  </a:cubicBezTo>
                  <a:cubicBezTo>
                    <a:pt x="1" y="26371"/>
                    <a:pt x="2084" y="29848"/>
                    <a:pt x="5259" y="31859"/>
                  </a:cubicBezTo>
                  <a:cubicBezTo>
                    <a:pt x="7458" y="33238"/>
                    <a:pt x="9785" y="33569"/>
                    <a:pt x="12299" y="33842"/>
                  </a:cubicBezTo>
                  <a:cubicBezTo>
                    <a:pt x="14038" y="34028"/>
                    <a:pt x="15791" y="34115"/>
                    <a:pt x="17543" y="34129"/>
                  </a:cubicBezTo>
                  <a:cubicBezTo>
                    <a:pt x="17638" y="34129"/>
                    <a:pt x="17732" y="34130"/>
                    <a:pt x="17826" y="34130"/>
                  </a:cubicBezTo>
                  <a:cubicBezTo>
                    <a:pt x="21280" y="34130"/>
                    <a:pt x="24720" y="33876"/>
                    <a:pt x="28161" y="33569"/>
                  </a:cubicBezTo>
                  <a:cubicBezTo>
                    <a:pt x="33287" y="33117"/>
                    <a:pt x="38429" y="32554"/>
                    <a:pt x="43569" y="32554"/>
                  </a:cubicBezTo>
                  <a:cubicBezTo>
                    <a:pt x="45617" y="32554"/>
                    <a:pt x="47665" y="32644"/>
                    <a:pt x="49712" y="32865"/>
                  </a:cubicBezTo>
                  <a:cubicBezTo>
                    <a:pt x="52197" y="33253"/>
                    <a:pt x="54654" y="33914"/>
                    <a:pt x="57010" y="34804"/>
                  </a:cubicBezTo>
                  <a:cubicBezTo>
                    <a:pt x="59352" y="35839"/>
                    <a:pt x="61565" y="36773"/>
                    <a:pt x="64237" y="36873"/>
                  </a:cubicBezTo>
                  <a:cubicBezTo>
                    <a:pt x="64379" y="36879"/>
                    <a:pt x="64521" y="36882"/>
                    <a:pt x="64663" y="36882"/>
                  </a:cubicBezTo>
                  <a:cubicBezTo>
                    <a:pt x="67731" y="36882"/>
                    <a:pt x="70985" y="35561"/>
                    <a:pt x="73044" y="33296"/>
                  </a:cubicBezTo>
                  <a:cubicBezTo>
                    <a:pt x="74538" y="31672"/>
                    <a:pt x="75486" y="29618"/>
                    <a:pt x="75759" y="27420"/>
                  </a:cubicBezTo>
                  <a:cubicBezTo>
                    <a:pt x="76090" y="24977"/>
                    <a:pt x="75544" y="22750"/>
                    <a:pt x="74423" y="20595"/>
                  </a:cubicBezTo>
                  <a:cubicBezTo>
                    <a:pt x="73130" y="18124"/>
                    <a:pt x="70831" y="16328"/>
                    <a:pt x="68576" y="14776"/>
                  </a:cubicBezTo>
                  <a:cubicBezTo>
                    <a:pt x="69409" y="13929"/>
                    <a:pt x="70372" y="13210"/>
                    <a:pt x="71406" y="12621"/>
                  </a:cubicBezTo>
                  <a:cubicBezTo>
                    <a:pt x="72449" y="12022"/>
                    <a:pt x="73633" y="11706"/>
                    <a:pt x="74841" y="11706"/>
                  </a:cubicBezTo>
                  <a:cubicBezTo>
                    <a:pt x="74965" y="11706"/>
                    <a:pt x="75089" y="11709"/>
                    <a:pt x="75213" y="11716"/>
                  </a:cubicBezTo>
                  <a:cubicBezTo>
                    <a:pt x="76765" y="11788"/>
                    <a:pt x="78547" y="12291"/>
                    <a:pt x="80228" y="12506"/>
                  </a:cubicBezTo>
                  <a:cubicBezTo>
                    <a:pt x="80899" y="12592"/>
                    <a:pt x="81561" y="12633"/>
                    <a:pt x="82212" y="12633"/>
                  </a:cubicBezTo>
                  <a:cubicBezTo>
                    <a:pt x="88770" y="12633"/>
                    <a:pt x="94348" y="8508"/>
                    <a:pt x="99379" y="4561"/>
                  </a:cubicBezTo>
                  <a:cubicBezTo>
                    <a:pt x="100500" y="3670"/>
                    <a:pt x="100299" y="1702"/>
                    <a:pt x="99365" y="768"/>
                  </a:cubicBezTo>
                  <a:cubicBezTo>
                    <a:pt x="98829" y="232"/>
                    <a:pt x="98203" y="1"/>
                    <a:pt x="975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109"/>
            <p:cNvSpPr/>
            <p:nvPr/>
          </p:nvSpPr>
          <p:spPr>
            <a:xfrm>
              <a:off x="4734175" y="1168500"/>
              <a:ext cx="204400" cy="158775"/>
            </a:xfrm>
            <a:custGeom>
              <a:avLst/>
              <a:gdLst/>
              <a:ahLst/>
              <a:cxnLst/>
              <a:rect l="l" t="t" r="r" b="b"/>
              <a:pathLst>
                <a:path w="8176" h="6351" extrusionOk="0">
                  <a:moveTo>
                    <a:pt x="4080" y="0"/>
                  </a:moveTo>
                  <a:cubicBezTo>
                    <a:pt x="0" y="0"/>
                    <a:pt x="0" y="6350"/>
                    <a:pt x="4080" y="6350"/>
                  </a:cubicBezTo>
                  <a:cubicBezTo>
                    <a:pt x="8175" y="6350"/>
                    <a:pt x="8175" y="0"/>
                    <a:pt x="408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109"/>
            <p:cNvSpPr/>
            <p:nvPr/>
          </p:nvSpPr>
          <p:spPr>
            <a:xfrm>
              <a:off x="4767925" y="1201900"/>
              <a:ext cx="118200" cy="91975"/>
            </a:xfrm>
            <a:custGeom>
              <a:avLst/>
              <a:gdLst/>
              <a:ahLst/>
              <a:cxnLst/>
              <a:rect l="l" t="t" r="r" b="b"/>
              <a:pathLst>
                <a:path w="4728" h="3679" extrusionOk="0">
                  <a:moveTo>
                    <a:pt x="2371" y="0"/>
                  </a:moveTo>
                  <a:cubicBezTo>
                    <a:pt x="15" y="0"/>
                    <a:pt x="1" y="3678"/>
                    <a:pt x="2371" y="3678"/>
                  </a:cubicBezTo>
                  <a:cubicBezTo>
                    <a:pt x="4727" y="3678"/>
                    <a:pt x="4727" y="0"/>
                    <a:pt x="23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109"/>
            <p:cNvSpPr/>
            <p:nvPr/>
          </p:nvSpPr>
          <p:spPr>
            <a:xfrm>
              <a:off x="4961175" y="1301375"/>
              <a:ext cx="198275" cy="153775"/>
            </a:xfrm>
            <a:custGeom>
              <a:avLst/>
              <a:gdLst/>
              <a:ahLst/>
              <a:cxnLst/>
              <a:rect l="l" t="t" r="r" b="b"/>
              <a:pathLst>
                <a:path w="7931" h="6151" extrusionOk="0">
                  <a:moveTo>
                    <a:pt x="3966" y="1"/>
                  </a:moveTo>
                  <a:cubicBezTo>
                    <a:pt x="15" y="1"/>
                    <a:pt x="0" y="6150"/>
                    <a:pt x="3966" y="6150"/>
                  </a:cubicBezTo>
                  <a:cubicBezTo>
                    <a:pt x="7931" y="6150"/>
                    <a:pt x="7931" y="1"/>
                    <a:pt x="396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109"/>
            <p:cNvSpPr/>
            <p:nvPr/>
          </p:nvSpPr>
          <p:spPr>
            <a:xfrm>
              <a:off x="5003200" y="1334075"/>
              <a:ext cx="114600" cy="89100"/>
            </a:xfrm>
            <a:custGeom>
              <a:avLst/>
              <a:gdLst/>
              <a:ahLst/>
              <a:cxnLst/>
              <a:rect l="l" t="t" r="r" b="b"/>
              <a:pathLst>
                <a:path w="4584" h="3564" extrusionOk="0">
                  <a:moveTo>
                    <a:pt x="2285" y="0"/>
                  </a:moveTo>
                  <a:cubicBezTo>
                    <a:pt x="0" y="0"/>
                    <a:pt x="0" y="3563"/>
                    <a:pt x="2285" y="3563"/>
                  </a:cubicBezTo>
                  <a:cubicBezTo>
                    <a:pt x="4583" y="3563"/>
                    <a:pt x="4569" y="0"/>
                    <a:pt x="22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109"/>
            <p:cNvSpPr/>
            <p:nvPr/>
          </p:nvSpPr>
          <p:spPr>
            <a:xfrm>
              <a:off x="4707575" y="1422500"/>
              <a:ext cx="159150" cy="129600"/>
            </a:xfrm>
            <a:custGeom>
              <a:avLst/>
              <a:gdLst/>
              <a:ahLst/>
              <a:cxnLst/>
              <a:rect l="l" t="t" r="r" b="b"/>
              <a:pathLst>
                <a:path w="6366" h="5184" extrusionOk="0">
                  <a:moveTo>
                    <a:pt x="3807" y="1"/>
                  </a:moveTo>
                  <a:cubicBezTo>
                    <a:pt x="3630" y="1"/>
                    <a:pt x="3453" y="19"/>
                    <a:pt x="3277" y="55"/>
                  </a:cubicBezTo>
                  <a:cubicBezTo>
                    <a:pt x="2601" y="184"/>
                    <a:pt x="1998" y="529"/>
                    <a:pt x="1538" y="1046"/>
                  </a:cubicBezTo>
                  <a:cubicBezTo>
                    <a:pt x="1078" y="1363"/>
                    <a:pt x="719" y="1794"/>
                    <a:pt x="504" y="2311"/>
                  </a:cubicBezTo>
                  <a:cubicBezTo>
                    <a:pt x="1" y="3446"/>
                    <a:pt x="935" y="4595"/>
                    <a:pt x="1984" y="4983"/>
                  </a:cubicBezTo>
                  <a:cubicBezTo>
                    <a:pt x="2340" y="5118"/>
                    <a:pt x="2716" y="5183"/>
                    <a:pt x="3092" y="5183"/>
                  </a:cubicBezTo>
                  <a:cubicBezTo>
                    <a:pt x="4234" y="5183"/>
                    <a:pt x="5373" y="4587"/>
                    <a:pt x="5935" y="3561"/>
                  </a:cubicBezTo>
                  <a:cubicBezTo>
                    <a:pt x="6136" y="3216"/>
                    <a:pt x="6265" y="2828"/>
                    <a:pt x="6308" y="2426"/>
                  </a:cubicBezTo>
                  <a:cubicBezTo>
                    <a:pt x="6366" y="1736"/>
                    <a:pt x="6050" y="1161"/>
                    <a:pt x="5590" y="702"/>
                  </a:cubicBezTo>
                  <a:cubicBezTo>
                    <a:pt x="5103" y="249"/>
                    <a:pt x="4464" y="1"/>
                    <a:pt x="38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0" name="Google Shape;1140;p109"/>
          <p:cNvGrpSpPr/>
          <p:nvPr/>
        </p:nvGrpSpPr>
        <p:grpSpPr>
          <a:xfrm>
            <a:off x="7342120" y="311052"/>
            <a:ext cx="1465797" cy="1649641"/>
            <a:chOff x="3730250" y="2585325"/>
            <a:chExt cx="2011800" cy="2264125"/>
          </a:xfrm>
        </p:grpSpPr>
        <p:sp>
          <p:nvSpPr>
            <p:cNvPr id="1141" name="Google Shape;1141;p109"/>
            <p:cNvSpPr/>
            <p:nvPr/>
          </p:nvSpPr>
          <p:spPr>
            <a:xfrm>
              <a:off x="3730250" y="2585325"/>
              <a:ext cx="2011800" cy="2264125"/>
            </a:xfrm>
            <a:custGeom>
              <a:avLst/>
              <a:gdLst/>
              <a:ahLst/>
              <a:cxnLst/>
              <a:rect l="l" t="t" r="r" b="b"/>
              <a:pathLst>
                <a:path w="80472" h="90565" extrusionOk="0">
                  <a:moveTo>
                    <a:pt x="8334" y="54659"/>
                  </a:moveTo>
                  <a:lnTo>
                    <a:pt x="8334" y="54659"/>
                  </a:lnTo>
                  <a:cubicBezTo>
                    <a:pt x="8291" y="54730"/>
                    <a:pt x="8262" y="54802"/>
                    <a:pt x="8233" y="54860"/>
                  </a:cubicBezTo>
                  <a:lnTo>
                    <a:pt x="8305" y="54702"/>
                  </a:lnTo>
                  <a:lnTo>
                    <a:pt x="8334" y="54659"/>
                  </a:lnTo>
                  <a:close/>
                  <a:moveTo>
                    <a:pt x="37263" y="1"/>
                  </a:moveTo>
                  <a:cubicBezTo>
                    <a:pt x="37179" y="1"/>
                    <a:pt x="37095" y="2"/>
                    <a:pt x="37011" y="6"/>
                  </a:cubicBezTo>
                  <a:cubicBezTo>
                    <a:pt x="33160" y="164"/>
                    <a:pt x="31091" y="4776"/>
                    <a:pt x="33376" y="7836"/>
                  </a:cubicBezTo>
                  <a:cubicBezTo>
                    <a:pt x="34065" y="8770"/>
                    <a:pt x="35085" y="9402"/>
                    <a:pt x="36220" y="9632"/>
                  </a:cubicBezTo>
                  <a:cubicBezTo>
                    <a:pt x="36335" y="15163"/>
                    <a:pt x="36436" y="20680"/>
                    <a:pt x="36551" y="26212"/>
                  </a:cubicBezTo>
                  <a:cubicBezTo>
                    <a:pt x="33577" y="26599"/>
                    <a:pt x="30703" y="27217"/>
                    <a:pt x="28017" y="28582"/>
                  </a:cubicBezTo>
                  <a:cubicBezTo>
                    <a:pt x="27212" y="26844"/>
                    <a:pt x="26393" y="25120"/>
                    <a:pt x="25589" y="23396"/>
                  </a:cubicBezTo>
                  <a:cubicBezTo>
                    <a:pt x="25732" y="23194"/>
                    <a:pt x="25847" y="22965"/>
                    <a:pt x="25948" y="22735"/>
                  </a:cubicBezTo>
                  <a:cubicBezTo>
                    <a:pt x="26537" y="21269"/>
                    <a:pt x="26192" y="19603"/>
                    <a:pt x="25086" y="18482"/>
                  </a:cubicBezTo>
                  <a:cubicBezTo>
                    <a:pt x="24553" y="17752"/>
                    <a:pt x="23714" y="17357"/>
                    <a:pt x="22862" y="17357"/>
                  </a:cubicBezTo>
                  <a:cubicBezTo>
                    <a:pt x="22405" y="17357"/>
                    <a:pt x="21944" y="17471"/>
                    <a:pt x="21523" y="17706"/>
                  </a:cubicBezTo>
                  <a:cubicBezTo>
                    <a:pt x="20144" y="18439"/>
                    <a:pt x="19195" y="19718"/>
                    <a:pt x="19095" y="21284"/>
                  </a:cubicBezTo>
                  <a:cubicBezTo>
                    <a:pt x="18994" y="23094"/>
                    <a:pt x="20302" y="24674"/>
                    <a:pt x="22097" y="24933"/>
                  </a:cubicBezTo>
                  <a:cubicBezTo>
                    <a:pt x="22258" y="24956"/>
                    <a:pt x="22422" y="24967"/>
                    <a:pt x="22585" y="24967"/>
                  </a:cubicBezTo>
                  <a:cubicBezTo>
                    <a:pt x="22831" y="24967"/>
                    <a:pt x="23077" y="24941"/>
                    <a:pt x="23319" y="24890"/>
                  </a:cubicBezTo>
                  <a:lnTo>
                    <a:pt x="25704" y="29976"/>
                  </a:lnTo>
                  <a:cubicBezTo>
                    <a:pt x="23161" y="31800"/>
                    <a:pt x="20962" y="34315"/>
                    <a:pt x="19669" y="37159"/>
                  </a:cubicBezTo>
                  <a:cubicBezTo>
                    <a:pt x="19181" y="38266"/>
                    <a:pt x="18750" y="39386"/>
                    <a:pt x="18391" y="40536"/>
                  </a:cubicBezTo>
                  <a:cubicBezTo>
                    <a:pt x="15417" y="39688"/>
                    <a:pt x="12486" y="38668"/>
                    <a:pt x="9627" y="37490"/>
                  </a:cubicBezTo>
                  <a:cubicBezTo>
                    <a:pt x="9785" y="37145"/>
                    <a:pt x="9900" y="36786"/>
                    <a:pt x="9943" y="36412"/>
                  </a:cubicBezTo>
                  <a:cubicBezTo>
                    <a:pt x="10101" y="35306"/>
                    <a:pt x="9857" y="34171"/>
                    <a:pt x="9282" y="33208"/>
                  </a:cubicBezTo>
                  <a:cubicBezTo>
                    <a:pt x="9210" y="32964"/>
                    <a:pt x="9109" y="32749"/>
                    <a:pt x="8966" y="32533"/>
                  </a:cubicBezTo>
                  <a:cubicBezTo>
                    <a:pt x="8265" y="31501"/>
                    <a:pt x="7125" y="30823"/>
                    <a:pt x="5939" y="30823"/>
                  </a:cubicBezTo>
                  <a:cubicBezTo>
                    <a:pt x="5837" y="30823"/>
                    <a:pt x="5735" y="30828"/>
                    <a:pt x="5633" y="30838"/>
                  </a:cubicBezTo>
                  <a:cubicBezTo>
                    <a:pt x="5453" y="30814"/>
                    <a:pt x="5270" y="30802"/>
                    <a:pt x="5087" y="30802"/>
                  </a:cubicBezTo>
                  <a:cubicBezTo>
                    <a:pt x="4832" y="30802"/>
                    <a:pt x="4576" y="30825"/>
                    <a:pt x="4325" y="30867"/>
                  </a:cubicBezTo>
                  <a:cubicBezTo>
                    <a:pt x="1193" y="31398"/>
                    <a:pt x="1" y="35421"/>
                    <a:pt x="1524" y="37935"/>
                  </a:cubicBezTo>
                  <a:cubicBezTo>
                    <a:pt x="2267" y="39170"/>
                    <a:pt x="3637" y="40004"/>
                    <a:pt x="5056" y="40004"/>
                  </a:cubicBezTo>
                  <a:cubicBezTo>
                    <a:pt x="5421" y="40004"/>
                    <a:pt x="5789" y="39949"/>
                    <a:pt x="6150" y="39832"/>
                  </a:cubicBezTo>
                  <a:cubicBezTo>
                    <a:pt x="6480" y="39731"/>
                    <a:pt x="6782" y="39587"/>
                    <a:pt x="7069" y="39401"/>
                  </a:cubicBezTo>
                  <a:cubicBezTo>
                    <a:pt x="7112" y="39401"/>
                    <a:pt x="7156" y="39386"/>
                    <a:pt x="7199" y="39386"/>
                  </a:cubicBezTo>
                  <a:cubicBezTo>
                    <a:pt x="10632" y="40866"/>
                    <a:pt x="14152" y="42130"/>
                    <a:pt x="17759" y="43151"/>
                  </a:cubicBezTo>
                  <a:cubicBezTo>
                    <a:pt x="17414" y="44918"/>
                    <a:pt x="17342" y="46728"/>
                    <a:pt x="17514" y="48509"/>
                  </a:cubicBezTo>
                  <a:cubicBezTo>
                    <a:pt x="17658" y="49975"/>
                    <a:pt x="17902" y="51412"/>
                    <a:pt x="18247" y="52834"/>
                  </a:cubicBezTo>
                  <a:lnTo>
                    <a:pt x="12428" y="53351"/>
                  </a:lnTo>
                  <a:cubicBezTo>
                    <a:pt x="11592" y="52691"/>
                    <a:pt x="10612" y="52241"/>
                    <a:pt x="9567" y="52241"/>
                  </a:cubicBezTo>
                  <a:cubicBezTo>
                    <a:pt x="9248" y="52241"/>
                    <a:pt x="8922" y="52283"/>
                    <a:pt x="8592" y="52374"/>
                  </a:cubicBezTo>
                  <a:cubicBezTo>
                    <a:pt x="6796" y="52877"/>
                    <a:pt x="5546" y="54759"/>
                    <a:pt x="6035" y="56613"/>
                  </a:cubicBezTo>
                  <a:cubicBezTo>
                    <a:pt x="6468" y="58333"/>
                    <a:pt x="8007" y="59399"/>
                    <a:pt x="9616" y="59399"/>
                  </a:cubicBezTo>
                  <a:cubicBezTo>
                    <a:pt x="10304" y="59399"/>
                    <a:pt x="11005" y="59204"/>
                    <a:pt x="11638" y="58782"/>
                  </a:cubicBezTo>
                  <a:cubicBezTo>
                    <a:pt x="12213" y="58380"/>
                    <a:pt x="12701" y="57834"/>
                    <a:pt x="13017" y="57202"/>
                  </a:cubicBezTo>
                  <a:cubicBezTo>
                    <a:pt x="13290" y="56828"/>
                    <a:pt x="13463" y="56397"/>
                    <a:pt x="13535" y="55952"/>
                  </a:cubicBezTo>
                  <a:lnTo>
                    <a:pt x="18994" y="55449"/>
                  </a:lnTo>
                  <a:cubicBezTo>
                    <a:pt x="19554" y="57087"/>
                    <a:pt x="20244" y="58667"/>
                    <a:pt x="21077" y="60176"/>
                  </a:cubicBezTo>
                  <a:cubicBezTo>
                    <a:pt x="22327" y="62489"/>
                    <a:pt x="23965" y="64558"/>
                    <a:pt x="25919" y="66325"/>
                  </a:cubicBezTo>
                  <a:cubicBezTo>
                    <a:pt x="23290" y="69399"/>
                    <a:pt x="20733" y="72531"/>
                    <a:pt x="18247" y="75750"/>
                  </a:cubicBezTo>
                  <a:cubicBezTo>
                    <a:pt x="18096" y="75721"/>
                    <a:pt x="17946" y="75706"/>
                    <a:pt x="17796" y="75706"/>
                  </a:cubicBezTo>
                  <a:cubicBezTo>
                    <a:pt x="17575" y="75706"/>
                    <a:pt x="17355" y="75739"/>
                    <a:pt x="17141" y="75807"/>
                  </a:cubicBezTo>
                  <a:cubicBezTo>
                    <a:pt x="17069" y="75822"/>
                    <a:pt x="16997" y="75850"/>
                    <a:pt x="16940" y="75879"/>
                  </a:cubicBezTo>
                  <a:cubicBezTo>
                    <a:pt x="16408" y="75879"/>
                    <a:pt x="15891" y="76023"/>
                    <a:pt x="15431" y="76281"/>
                  </a:cubicBezTo>
                  <a:cubicBezTo>
                    <a:pt x="14799" y="76655"/>
                    <a:pt x="14310" y="77215"/>
                    <a:pt x="14037" y="77890"/>
                  </a:cubicBezTo>
                  <a:cubicBezTo>
                    <a:pt x="13391" y="79399"/>
                    <a:pt x="13994" y="81137"/>
                    <a:pt x="15431" y="81928"/>
                  </a:cubicBezTo>
                  <a:cubicBezTo>
                    <a:pt x="15953" y="82208"/>
                    <a:pt x="16520" y="82344"/>
                    <a:pt x="17083" y="82344"/>
                  </a:cubicBezTo>
                  <a:cubicBezTo>
                    <a:pt x="17963" y="82344"/>
                    <a:pt x="18831" y="82012"/>
                    <a:pt x="19497" y="81382"/>
                  </a:cubicBezTo>
                  <a:cubicBezTo>
                    <a:pt x="20488" y="80433"/>
                    <a:pt x="20761" y="78997"/>
                    <a:pt x="20460" y="77689"/>
                  </a:cubicBezTo>
                  <a:cubicBezTo>
                    <a:pt x="20431" y="77589"/>
                    <a:pt x="20402" y="77488"/>
                    <a:pt x="20359" y="77402"/>
                  </a:cubicBezTo>
                  <a:cubicBezTo>
                    <a:pt x="22830" y="74184"/>
                    <a:pt x="25402" y="71052"/>
                    <a:pt x="28045" y="67977"/>
                  </a:cubicBezTo>
                  <a:cubicBezTo>
                    <a:pt x="28304" y="68135"/>
                    <a:pt x="28548" y="68308"/>
                    <a:pt x="28807" y="68451"/>
                  </a:cubicBezTo>
                  <a:cubicBezTo>
                    <a:pt x="31838" y="70305"/>
                    <a:pt x="35402" y="71195"/>
                    <a:pt x="38936" y="71454"/>
                  </a:cubicBezTo>
                  <a:cubicBezTo>
                    <a:pt x="38749" y="74802"/>
                    <a:pt x="38620" y="78163"/>
                    <a:pt x="38562" y="81511"/>
                  </a:cubicBezTo>
                  <a:cubicBezTo>
                    <a:pt x="37327" y="81813"/>
                    <a:pt x="36206" y="82560"/>
                    <a:pt x="35617" y="83738"/>
                  </a:cubicBezTo>
                  <a:cubicBezTo>
                    <a:pt x="34726" y="85577"/>
                    <a:pt x="35071" y="88077"/>
                    <a:pt x="36680" y="89427"/>
                  </a:cubicBezTo>
                  <a:cubicBezTo>
                    <a:pt x="37603" y="90182"/>
                    <a:pt x="38737" y="90564"/>
                    <a:pt x="39877" y="90564"/>
                  </a:cubicBezTo>
                  <a:cubicBezTo>
                    <a:pt x="40776" y="90564"/>
                    <a:pt x="41679" y="90326"/>
                    <a:pt x="42485" y="89844"/>
                  </a:cubicBezTo>
                  <a:cubicBezTo>
                    <a:pt x="44625" y="88565"/>
                    <a:pt x="45157" y="85821"/>
                    <a:pt x="43864" y="83752"/>
                  </a:cubicBezTo>
                  <a:cubicBezTo>
                    <a:pt x="43533" y="83249"/>
                    <a:pt x="43074" y="82862"/>
                    <a:pt x="42528" y="82632"/>
                  </a:cubicBezTo>
                  <a:cubicBezTo>
                    <a:pt x="42226" y="82158"/>
                    <a:pt x="41781" y="81798"/>
                    <a:pt x="41249" y="81612"/>
                  </a:cubicBezTo>
                  <a:cubicBezTo>
                    <a:pt x="41321" y="78235"/>
                    <a:pt x="41436" y="74873"/>
                    <a:pt x="41623" y="71511"/>
                  </a:cubicBezTo>
                  <a:cubicBezTo>
                    <a:pt x="42959" y="71440"/>
                    <a:pt x="44280" y="71267"/>
                    <a:pt x="45617" y="71066"/>
                  </a:cubicBezTo>
                  <a:cubicBezTo>
                    <a:pt x="46823" y="70894"/>
                    <a:pt x="48002" y="70606"/>
                    <a:pt x="49137" y="70190"/>
                  </a:cubicBezTo>
                  <a:cubicBezTo>
                    <a:pt x="49984" y="69859"/>
                    <a:pt x="50861" y="69529"/>
                    <a:pt x="51694" y="69126"/>
                  </a:cubicBezTo>
                  <a:cubicBezTo>
                    <a:pt x="52455" y="70491"/>
                    <a:pt x="53174" y="71871"/>
                    <a:pt x="53878" y="73279"/>
                  </a:cubicBezTo>
                  <a:cubicBezTo>
                    <a:pt x="53461" y="73623"/>
                    <a:pt x="53145" y="74069"/>
                    <a:pt x="52944" y="74557"/>
                  </a:cubicBezTo>
                  <a:cubicBezTo>
                    <a:pt x="52297" y="76066"/>
                    <a:pt x="52901" y="77804"/>
                    <a:pt x="54338" y="78594"/>
                  </a:cubicBezTo>
                  <a:cubicBezTo>
                    <a:pt x="54864" y="78878"/>
                    <a:pt x="55438" y="79016"/>
                    <a:pt x="56006" y="79016"/>
                  </a:cubicBezTo>
                  <a:cubicBezTo>
                    <a:pt x="56880" y="79016"/>
                    <a:pt x="57742" y="78690"/>
                    <a:pt x="58403" y="78063"/>
                  </a:cubicBezTo>
                  <a:cubicBezTo>
                    <a:pt x="59395" y="77100"/>
                    <a:pt x="59668" y="75664"/>
                    <a:pt x="59366" y="74370"/>
                  </a:cubicBezTo>
                  <a:cubicBezTo>
                    <a:pt x="59165" y="73681"/>
                    <a:pt x="58734" y="73106"/>
                    <a:pt x="58130" y="72747"/>
                  </a:cubicBezTo>
                  <a:cubicBezTo>
                    <a:pt x="57694" y="72504"/>
                    <a:pt x="57206" y="72374"/>
                    <a:pt x="56710" y="72374"/>
                  </a:cubicBezTo>
                  <a:cubicBezTo>
                    <a:pt x="56619" y="72374"/>
                    <a:pt x="56527" y="72379"/>
                    <a:pt x="56435" y="72388"/>
                  </a:cubicBezTo>
                  <a:cubicBezTo>
                    <a:pt x="55659" y="70836"/>
                    <a:pt x="54869" y="69299"/>
                    <a:pt x="54036" y="67776"/>
                  </a:cubicBezTo>
                  <a:cubicBezTo>
                    <a:pt x="55975" y="66411"/>
                    <a:pt x="57656" y="64744"/>
                    <a:pt x="59036" y="62819"/>
                  </a:cubicBezTo>
                  <a:cubicBezTo>
                    <a:pt x="59682" y="61943"/>
                    <a:pt x="60228" y="60995"/>
                    <a:pt x="60659" y="60003"/>
                  </a:cubicBezTo>
                  <a:cubicBezTo>
                    <a:pt x="63791" y="61383"/>
                    <a:pt x="66981" y="62647"/>
                    <a:pt x="70213" y="63796"/>
                  </a:cubicBezTo>
                  <a:cubicBezTo>
                    <a:pt x="70156" y="65190"/>
                    <a:pt x="70673" y="66612"/>
                    <a:pt x="71751" y="67517"/>
                  </a:cubicBezTo>
                  <a:cubicBezTo>
                    <a:pt x="72674" y="68264"/>
                    <a:pt x="73807" y="68647"/>
                    <a:pt x="74947" y="68647"/>
                  </a:cubicBezTo>
                  <a:cubicBezTo>
                    <a:pt x="75846" y="68647"/>
                    <a:pt x="76750" y="68408"/>
                    <a:pt x="77555" y="67920"/>
                  </a:cubicBezTo>
                  <a:cubicBezTo>
                    <a:pt x="79696" y="66655"/>
                    <a:pt x="80227" y="63897"/>
                    <a:pt x="78920" y="61842"/>
                  </a:cubicBezTo>
                  <a:cubicBezTo>
                    <a:pt x="78604" y="61339"/>
                    <a:pt x="78144" y="60952"/>
                    <a:pt x="77598" y="60722"/>
                  </a:cubicBezTo>
                  <a:cubicBezTo>
                    <a:pt x="77253" y="60176"/>
                    <a:pt x="76707" y="59788"/>
                    <a:pt x="76090" y="59615"/>
                  </a:cubicBezTo>
                  <a:cubicBezTo>
                    <a:pt x="75676" y="59503"/>
                    <a:pt x="75245" y="59448"/>
                    <a:pt x="74813" y="59448"/>
                  </a:cubicBezTo>
                  <a:cubicBezTo>
                    <a:pt x="73368" y="59448"/>
                    <a:pt x="71909" y="60067"/>
                    <a:pt x="71047" y="61239"/>
                  </a:cubicBezTo>
                  <a:cubicBezTo>
                    <a:pt x="67843" y="60104"/>
                    <a:pt x="64668" y="58854"/>
                    <a:pt x="61550" y="57460"/>
                  </a:cubicBezTo>
                  <a:cubicBezTo>
                    <a:pt x="62024" y="55722"/>
                    <a:pt x="62326" y="53940"/>
                    <a:pt x="62469" y="52144"/>
                  </a:cubicBezTo>
                  <a:cubicBezTo>
                    <a:pt x="62541" y="51268"/>
                    <a:pt x="62570" y="50392"/>
                    <a:pt x="62541" y="49515"/>
                  </a:cubicBezTo>
                  <a:lnTo>
                    <a:pt x="66808" y="49113"/>
                  </a:lnTo>
                  <a:cubicBezTo>
                    <a:pt x="67453" y="50422"/>
                    <a:pt x="68762" y="51167"/>
                    <a:pt x="70106" y="51167"/>
                  </a:cubicBezTo>
                  <a:cubicBezTo>
                    <a:pt x="70798" y="51167"/>
                    <a:pt x="71499" y="50970"/>
                    <a:pt x="72124" y="50550"/>
                  </a:cubicBezTo>
                  <a:cubicBezTo>
                    <a:pt x="72713" y="50147"/>
                    <a:pt x="73187" y="49601"/>
                    <a:pt x="73518" y="48969"/>
                  </a:cubicBezTo>
                  <a:cubicBezTo>
                    <a:pt x="74265" y="47920"/>
                    <a:pt x="74337" y="46354"/>
                    <a:pt x="73302" y="45421"/>
                  </a:cubicBezTo>
                  <a:cubicBezTo>
                    <a:pt x="72383" y="44603"/>
                    <a:pt x="71265" y="44010"/>
                    <a:pt x="70057" y="44010"/>
                  </a:cubicBezTo>
                  <a:cubicBezTo>
                    <a:pt x="69737" y="44010"/>
                    <a:pt x="69410" y="44051"/>
                    <a:pt x="69078" y="44142"/>
                  </a:cubicBezTo>
                  <a:cubicBezTo>
                    <a:pt x="67943" y="44472"/>
                    <a:pt x="67024" y="45320"/>
                    <a:pt x="66622" y="46441"/>
                  </a:cubicBezTo>
                  <a:lnTo>
                    <a:pt x="62369" y="46843"/>
                  </a:lnTo>
                  <a:cubicBezTo>
                    <a:pt x="62211" y="45392"/>
                    <a:pt x="61967" y="43955"/>
                    <a:pt x="61694" y="42561"/>
                  </a:cubicBezTo>
                  <a:cubicBezTo>
                    <a:pt x="61406" y="41067"/>
                    <a:pt x="60946" y="39602"/>
                    <a:pt x="60357" y="38194"/>
                  </a:cubicBezTo>
                  <a:lnTo>
                    <a:pt x="72354" y="32806"/>
                  </a:lnTo>
                  <a:cubicBezTo>
                    <a:pt x="73128" y="33700"/>
                    <a:pt x="74266" y="34263"/>
                    <a:pt x="75435" y="34263"/>
                  </a:cubicBezTo>
                  <a:cubicBezTo>
                    <a:pt x="75807" y="34263"/>
                    <a:pt x="76182" y="34206"/>
                    <a:pt x="76549" y="34085"/>
                  </a:cubicBezTo>
                  <a:cubicBezTo>
                    <a:pt x="76865" y="33984"/>
                    <a:pt x="77167" y="33841"/>
                    <a:pt x="77454" y="33668"/>
                  </a:cubicBezTo>
                  <a:cubicBezTo>
                    <a:pt x="78920" y="33467"/>
                    <a:pt x="80112" y="32231"/>
                    <a:pt x="80328" y="30680"/>
                  </a:cubicBezTo>
                  <a:cubicBezTo>
                    <a:pt x="80472" y="29559"/>
                    <a:pt x="80242" y="28424"/>
                    <a:pt x="79667" y="27476"/>
                  </a:cubicBezTo>
                  <a:cubicBezTo>
                    <a:pt x="79595" y="27232"/>
                    <a:pt x="79495" y="27002"/>
                    <a:pt x="79351" y="26801"/>
                  </a:cubicBezTo>
                  <a:cubicBezTo>
                    <a:pt x="78650" y="25755"/>
                    <a:pt x="77510" y="25076"/>
                    <a:pt x="76324" y="25076"/>
                  </a:cubicBezTo>
                  <a:cubicBezTo>
                    <a:pt x="76222" y="25076"/>
                    <a:pt x="76120" y="25081"/>
                    <a:pt x="76018" y="25091"/>
                  </a:cubicBezTo>
                  <a:cubicBezTo>
                    <a:pt x="75856" y="25075"/>
                    <a:pt x="75692" y="25067"/>
                    <a:pt x="75528" y="25067"/>
                  </a:cubicBezTo>
                  <a:cubicBezTo>
                    <a:pt x="75255" y="25067"/>
                    <a:pt x="74980" y="25089"/>
                    <a:pt x="74710" y="25134"/>
                  </a:cubicBezTo>
                  <a:cubicBezTo>
                    <a:pt x="72282" y="25536"/>
                    <a:pt x="71018" y="28065"/>
                    <a:pt x="71291" y="30349"/>
                  </a:cubicBezTo>
                  <a:lnTo>
                    <a:pt x="59165" y="35794"/>
                  </a:lnTo>
                  <a:cubicBezTo>
                    <a:pt x="58518" y="34674"/>
                    <a:pt x="57786" y="33596"/>
                    <a:pt x="56952" y="32591"/>
                  </a:cubicBezTo>
                  <a:cubicBezTo>
                    <a:pt x="55803" y="31211"/>
                    <a:pt x="54409" y="30019"/>
                    <a:pt x="52858" y="29099"/>
                  </a:cubicBezTo>
                  <a:cubicBezTo>
                    <a:pt x="53748" y="27189"/>
                    <a:pt x="54582" y="25263"/>
                    <a:pt x="55343" y="23309"/>
                  </a:cubicBezTo>
                  <a:cubicBezTo>
                    <a:pt x="56766" y="23266"/>
                    <a:pt x="58044" y="22390"/>
                    <a:pt x="58605" y="21082"/>
                  </a:cubicBezTo>
                  <a:cubicBezTo>
                    <a:pt x="59194" y="19617"/>
                    <a:pt x="58849" y="17936"/>
                    <a:pt x="57728" y="16830"/>
                  </a:cubicBezTo>
                  <a:cubicBezTo>
                    <a:pt x="57195" y="16100"/>
                    <a:pt x="56363" y="15705"/>
                    <a:pt x="55510" y="15705"/>
                  </a:cubicBezTo>
                  <a:cubicBezTo>
                    <a:pt x="55054" y="15705"/>
                    <a:pt x="54591" y="15818"/>
                    <a:pt x="54165" y="16054"/>
                  </a:cubicBezTo>
                  <a:cubicBezTo>
                    <a:pt x="52786" y="16772"/>
                    <a:pt x="51852" y="18051"/>
                    <a:pt x="51737" y="19646"/>
                  </a:cubicBezTo>
                  <a:cubicBezTo>
                    <a:pt x="51680" y="20666"/>
                    <a:pt x="52082" y="21672"/>
                    <a:pt x="52843" y="22361"/>
                  </a:cubicBezTo>
                  <a:cubicBezTo>
                    <a:pt x="52111" y="24215"/>
                    <a:pt x="51306" y="26068"/>
                    <a:pt x="50458" y="27878"/>
                  </a:cubicBezTo>
                  <a:cubicBezTo>
                    <a:pt x="49625" y="27533"/>
                    <a:pt x="48749" y="27246"/>
                    <a:pt x="47858" y="27045"/>
                  </a:cubicBezTo>
                  <a:cubicBezTo>
                    <a:pt x="46795" y="26786"/>
                    <a:pt x="45717" y="26614"/>
                    <a:pt x="44640" y="26528"/>
                  </a:cubicBezTo>
                  <a:cubicBezTo>
                    <a:pt x="42985" y="26181"/>
                    <a:pt x="41319" y="26007"/>
                    <a:pt x="39640" y="26007"/>
                  </a:cubicBezTo>
                  <a:cubicBezTo>
                    <a:pt x="39510" y="26007"/>
                    <a:pt x="39381" y="26008"/>
                    <a:pt x="39252" y="26010"/>
                  </a:cubicBezTo>
                  <a:cubicBezTo>
                    <a:pt x="39123" y="20422"/>
                    <a:pt x="39008" y="14847"/>
                    <a:pt x="38907" y="9273"/>
                  </a:cubicBezTo>
                  <a:cubicBezTo>
                    <a:pt x="39036" y="9201"/>
                    <a:pt x="39180" y="9129"/>
                    <a:pt x="39309" y="9043"/>
                  </a:cubicBezTo>
                  <a:cubicBezTo>
                    <a:pt x="40847" y="8942"/>
                    <a:pt x="42140" y="7836"/>
                    <a:pt x="42485" y="6327"/>
                  </a:cubicBezTo>
                  <a:cubicBezTo>
                    <a:pt x="42758" y="4977"/>
                    <a:pt x="42470" y="3569"/>
                    <a:pt x="41680" y="2434"/>
                  </a:cubicBezTo>
                  <a:cubicBezTo>
                    <a:pt x="41623" y="2218"/>
                    <a:pt x="41522" y="2003"/>
                    <a:pt x="41378" y="1816"/>
                  </a:cubicBezTo>
                  <a:cubicBezTo>
                    <a:pt x="40775" y="1040"/>
                    <a:pt x="40157" y="394"/>
                    <a:pt x="39166" y="164"/>
                  </a:cubicBezTo>
                  <a:cubicBezTo>
                    <a:pt x="38853" y="92"/>
                    <a:pt x="38550" y="60"/>
                    <a:pt x="38240" y="60"/>
                  </a:cubicBezTo>
                  <a:cubicBezTo>
                    <a:pt x="38180" y="60"/>
                    <a:pt x="38120" y="61"/>
                    <a:pt x="38059" y="63"/>
                  </a:cubicBezTo>
                  <a:cubicBezTo>
                    <a:pt x="37796" y="19"/>
                    <a:pt x="37533" y="1"/>
                    <a:pt x="37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109"/>
            <p:cNvSpPr/>
            <p:nvPr/>
          </p:nvSpPr>
          <p:spPr>
            <a:xfrm>
              <a:off x="4431375" y="3544825"/>
              <a:ext cx="229550" cy="177825"/>
            </a:xfrm>
            <a:custGeom>
              <a:avLst/>
              <a:gdLst/>
              <a:ahLst/>
              <a:cxnLst/>
              <a:rect l="l" t="t" r="r" b="b"/>
              <a:pathLst>
                <a:path w="9182" h="7113" extrusionOk="0">
                  <a:moveTo>
                    <a:pt x="4584" y="1"/>
                  </a:moveTo>
                  <a:cubicBezTo>
                    <a:pt x="0" y="1"/>
                    <a:pt x="0" y="7112"/>
                    <a:pt x="4584" y="7112"/>
                  </a:cubicBezTo>
                  <a:cubicBezTo>
                    <a:pt x="9181" y="7112"/>
                    <a:pt x="9181" y="1"/>
                    <a:pt x="45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109"/>
            <p:cNvSpPr/>
            <p:nvPr/>
          </p:nvSpPr>
          <p:spPr>
            <a:xfrm>
              <a:off x="4469450" y="3582175"/>
              <a:ext cx="132550" cy="103125"/>
            </a:xfrm>
            <a:custGeom>
              <a:avLst/>
              <a:gdLst/>
              <a:ahLst/>
              <a:cxnLst/>
              <a:rect l="l" t="t" r="r" b="b"/>
              <a:pathLst>
                <a:path w="5302" h="4125" extrusionOk="0">
                  <a:moveTo>
                    <a:pt x="2644" y="1"/>
                  </a:moveTo>
                  <a:cubicBezTo>
                    <a:pt x="0" y="1"/>
                    <a:pt x="0" y="4124"/>
                    <a:pt x="2644" y="4124"/>
                  </a:cubicBezTo>
                  <a:cubicBezTo>
                    <a:pt x="5302" y="4124"/>
                    <a:pt x="5302" y="1"/>
                    <a:pt x="2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109"/>
            <p:cNvSpPr/>
            <p:nvPr/>
          </p:nvSpPr>
          <p:spPr>
            <a:xfrm>
              <a:off x="4760750" y="3522200"/>
              <a:ext cx="231325" cy="179625"/>
            </a:xfrm>
            <a:custGeom>
              <a:avLst/>
              <a:gdLst/>
              <a:ahLst/>
              <a:cxnLst/>
              <a:rect l="l" t="t" r="r" b="b"/>
              <a:pathLst>
                <a:path w="9253" h="7185" extrusionOk="0">
                  <a:moveTo>
                    <a:pt x="4627" y="0"/>
                  </a:moveTo>
                  <a:cubicBezTo>
                    <a:pt x="0" y="0"/>
                    <a:pt x="0" y="7184"/>
                    <a:pt x="4627" y="7184"/>
                  </a:cubicBezTo>
                  <a:cubicBezTo>
                    <a:pt x="9253" y="7184"/>
                    <a:pt x="9253" y="0"/>
                    <a:pt x="46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109"/>
            <p:cNvSpPr/>
            <p:nvPr/>
          </p:nvSpPr>
          <p:spPr>
            <a:xfrm>
              <a:off x="4809600" y="3559925"/>
              <a:ext cx="133625" cy="103825"/>
            </a:xfrm>
            <a:custGeom>
              <a:avLst/>
              <a:gdLst/>
              <a:ahLst/>
              <a:cxnLst/>
              <a:rect l="l" t="t" r="r" b="b"/>
              <a:pathLst>
                <a:path w="5345" h="4153" extrusionOk="0">
                  <a:moveTo>
                    <a:pt x="2673" y="0"/>
                  </a:moveTo>
                  <a:cubicBezTo>
                    <a:pt x="0" y="0"/>
                    <a:pt x="0" y="4152"/>
                    <a:pt x="2673" y="4152"/>
                  </a:cubicBezTo>
                  <a:cubicBezTo>
                    <a:pt x="5345" y="4152"/>
                    <a:pt x="5345" y="0"/>
                    <a:pt x="2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109"/>
            <p:cNvSpPr/>
            <p:nvPr/>
          </p:nvSpPr>
          <p:spPr>
            <a:xfrm>
              <a:off x="4584550" y="3926750"/>
              <a:ext cx="235575" cy="108150"/>
            </a:xfrm>
            <a:custGeom>
              <a:avLst/>
              <a:gdLst/>
              <a:ahLst/>
              <a:cxnLst/>
              <a:rect l="l" t="t" r="r" b="b"/>
              <a:pathLst>
                <a:path w="9423" h="4326" extrusionOk="0">
                  <a:moveTo>
                    <a:pt x="791" y="0"/>
                  </a:moveTo>
                  <a:cubicBezTo>
                    <a:pt x="390" y="0"/>
                    <a:pt x="1" y="354"/>
                    <a:pt x="123" y="844"/>
                  </a:cubicBezTo>
                  <a:cubicBezTo>
                    <a:pt x="611" y="3140"/>
                    <a:pt x="2661" y="4325"/>
                    <a:pt x="4727" y="4325"/>
                  </a:cubicBezTo>
                  <a:cubicBezTo>
                    <a:pt x="6437" y="4325"/>
                    <a:pt x="8158" y="3514"/>
                    <a:pt x="9017" y="1849"/>
                  </a:cubicBezTo>
                  <a:cubicBezTo>
                    <a:pt x="9423" y="1048"/>
                    <a:pt x="8716" y="104"/>
                    <a:pt x="7979" y="104"/>
                  </a:cubicBezTo>
                  <a:cubicBezTo>
                    <a:pt x="7724" y="104"/>
                    <a:pt x="7467" y="216"/>
                    <a:pt x="7249" y="484"/>
                  </a:cubicBezTo>
                  <a:cubicBezTo>
                    <a:pt x="6370" y="1555"/>
                    <a:pt x="5329" y="2108"/>
                    <a:pt x="4301" y="2108"/>
                  </a:cubicBezTo>
                  <a:cubicBezTo>
                    <a:pt x="3245" y="2108"/>
                    <a:pt x="2203" y="1527"/>
                    <a:pt x="1359" y="326"/>
                  </a:cubicBezTo>
                  <a:cubicBezTo>
                    <a:pt x="1215" y="98"/>
                    <a:pt x="1001" y="0"/>
                    <a:pt x="7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7" name="Google Shape;1147;p109"/>
          <p:cNvGrpSpPr/>
          <p:nvPr/>
        </p:nvGrpSpPr>
        <p:grpSpPr>
          <a:xfrm>
            <a:off x="696220" y="3689488"/>
            <a:ext cx="1293548" cy="1278569"/>
            <a:chOff x="6152200" y="1762750"/>
            <a:chExt cx="2047725" cy="2056900"/>
          </a:xfrm>
        </p:grpSpPr>
        <p:sp>
          <p:nvSpPr>
            <p:cNvPr id="1148" name="Google Shape;1148;p109"/>
            <p:cNvSpPr/>
            <p:nvPr/>
          </p:nvSpPr>
          <p:spPr>
            <a:xfrm>
              <a:off x="6152200" y="1762750"/>
              <a:ext cx="2047725" cy="2056900"/>
            </a:xfrm>
            <a:custGeom>
              <a:avLst/>
              <a:gdLst/>
              <a:ahLst/>
              <a:cxnLst/>
              <a:rect l="l" t="t" r="r" b="b"/>
              <a:pathLst>
                <a:path w="81909" h="82276" extrusionOk="0">
                  <a:moveTo>
                    <a:pt x="38408" y="1"/>
                  </a:moveTo>
                  <a:cubicBezTo>
                    <a:pt x="35261" y="1"/>
                    <a:pt x="32118" y="290"/>
                    <a:pt x="29023" y="870"/>
                  </a:cubicBezTo>
                  <a:cubicBezTo>
                    <a:pt x="27586" y="1128"/>
                    <a:pt x="26781" y="2867"/>
                    <a:pt x="27141" y="4189"/>
                  </a:cubicBezTo>
                  <a:cubicBezTo>
                    <a:pt x="27498" y="5468"/>
                    <a:pt x="28624" y="6126"/>
                    <a:pt x="29842" y="6126"/>
                  </a:cubicBezTo>
                  <a:cubicBezTo>
                    <a:pt x="30047" y="6126"/>
                    <a:pt x="30253" y="6108"/>
                    <a:pt x="30459" y="6071"/>
                  </a:cubicBezTo>
                  <a:cubicBezTo>
                    <a:pt x="31135" y="5941"/>
                    <a:pt x="31810" y="5841"/>
                    <a:pt x="32500" y="5755"/>
                  </a:cubicBezTo>
                  <a:cubicBezTo>
                    <a:pt x="32744" y="9289"/>
                    <a:pt x="32816" y="12823"/>
                    <a:pt x="32715" y="16372"/>
                  </a:cubicBezTo>
                  <a:cubicBezTo>
                    <a:pt x="32399" y="16530"/>
                    <a:pt x="32097" y="16703"/>
                    <a:pt x="31796" y="16875"/>
                  </a:cubicBezTo>
                  <a:lnTo>
                    <a:pt x="31451" y="17076"/>
                  </a:lnTo>
                  <a:cubicBezTo>
                    <a:pt x="30948" y="17234"/>
                    <a:pt x="30459" y="17406"/>
                    <a:pt x="29985" y="17593"/>
                  </a:cubicBezTo>
                  <a:cubicBezTo>
                    <a:pt x="27859" y="18427"/>
                    <a:pt x="25833" y="19490"/>
                    <a:pt x="23951" y="20768"/>
                  </a:cubicBezTo>
                  <a:cubicBezTo>
                    <a:pt x="21839" y="18484"/>
                    <a:pt x="19856" y="16070"/>
                    <a:pt x="18017" y="13556"/>
                  </a:cubicBezTo>
                  <a:cubicBezTo>
                    <a:pt x="19253" y="13024"/>
                    <a:pt x="20029" y="11717"/>
                    <a:pt x="19655" y="10338"/>
                  </a:cubicBezTo>
                  <a:cubicBezTo>
                    <a:pt x="19345" y="9229"/>
                    <a:pt x="18214" y="8338"/>
                    <a:pt x="17050" y="8338"/>
                  </a:cubicBezTo>
                  <a:cubicBezTo>
                    <a:pt x="16811" y="8338"/>
                    <a:pt x="16571" y="8375"/>
                    <a:pt x="16336" y="8456"/>
                  </a:cubicBezTo>
                  <a:cubicBezTo>
                    <a:pt x="13894" y="9275"/>
                    <a:pt x="11667" y="10611"/>
                    <a:pt x="9785" y="12364"/>
                  </a:cubicBezTo>
                  <a:cubicBezTo>
                    <a:pt x="8707" y="13355"/>
                    <a:pt x="8779" y="15165"/>
                    <a:pt x="9785" y="16171"/>
                  </a:cubicBezTo>
                  <a:cubicBezTo>
                    <a:pt x="10314" y="16684"/>
                    <a:pt x="11002" y="16944"/>
                    <a:pt x="11691" y="16944"/>
                  </a:cubicBezTo>
                  <a:cubicBezTo>
                    <a:pt x="12293" y="16944"/>
                    <a:pt x="12895" y="16746"/>
                    <a:pt x="13391" y="16343"/>
                  </a:cubicBezTo>
                  <a:cubicBezTo>
                    <a:pt x="15388" y="19087"/>
                    <a:pt x="17529" y="21731"/>
                    <a:pt x="19828" y="24245"/>
                  </a:cubicBezTo>
                  <a:cubicBezTo>
                    <a:pt x="17155" y="27076"/>
                    <a:pt x="15187" y="30481"/>
                    <a:pt x="14081" y="34216"/>
                  </a:cubicBezTo>
                  <a:lnTo>
                    <a:pt x="7012" y="33139"/>
                  </a:lnTo>
                  <a:cubicBezTo>
                    <a:pt x="7472" y="31960"/>
                    <a:pt x="6926" y="30495"/>
                    <a:pt x="5834" y="29863"/>
                  </a:cubicBezTo>
                  <a:cubicBezTo>
                    <a:pt x="5411" y="29616"/>
                    <a:pt x="4959" y="29502"/>
                    <a:pt x="4514" y="29502"/>
                  </a:cubicBezTo>
                  <a:cubicBezTo>
                    <a:pt x="3586" y="29502"/>
                    <a:pt x="2690" y="30000"/>
                    <a:pt x="2156" y="30825"/>
                  </a:cubicBezTo>
                  <a:cubicBezTo>
                    <a:pt x="461" y="33440"/>
                    <a:pt x="1" y="36601"/>
                    <a:pt x="691" y="39618"/>
                  </a:cubicBezTo>
                  <a:cubicBezTo>
                    <a:pt x="956" y="40811"/>
                    <a:pt x="2150" y="41589"/>
                    <a:pt x="3325" y="41589"/>
                  </a:cubicBezTo>
                  <a:cubicBezTo>
                    <a:pt x="3552" y="41589"/>
                    <a:pt x="3777" y="41561"/>
                    <a:pt x="3995" y="41500"/>
                  </a:cubicBezTo>
                  <a:cubicBezTo>
                    <a:pt x="5389" y="41112"/>
                    <a:pt x="6136" y="39748"/>
                    <a:pt x="5920" y="38383"/>
                  </a:cubicBezTo>
                  <a:lnTo>
                    <a:pt x="5920" y="38383"/>
                  </a:lnTo>
                  <a:lnTo>
                    <a:pt x="13104" y="39475"/>
                  </a:lnTo>
                  <a:cubicBezTo>
                    <a:pt x="13018" y="40236"/>
                    <a:pt x="12960" y="40997"/>
                    <a:pt x="12946" y="41759"/>
                  </a:cubicBezTo>
                  <a:cubicBezTo>
                    <a:pt x="12931" y="43497"/>
                    <a:pt x="13176" y="45250"/>
                    <a:pt x="13463" y="46960"/>
                  </a:cubicBezTo>
                  <a:cubicBezTo>
                    <a:pt x="13707" y="48411"/>
                    <a:pt x="14095" y="49819"/>
                    <a:pt x="14627" y="51184"/>
                  </a:cubicBezTo>
                  <a:cubicBezTo>
                    <a:pt x="11998" y="52419"/>
                    <a:pt x="9354" y="53540"/>
                    <a:pt x="6624" y="54560"/>
                  </a:cubicBezTo>
                  <a:cubicBezTo>
                    <a:pt x="6495" y="54330"/>
                    <a:pt x="6380" y="54086"/>
                    <a:pt x="6265" y="53856"/>
                  </a:cubicBezTo>
                  <a:cubicBezTo>
                    <a:pt x="6179" y="53669"/>
                    <a:pt x="6078" y="53497"/>
                    <a:pt x="6006" y="53310"/>
                  </a:cubicBezTo>
                  <a:cubicBezTo>
                    <a:pt x="5925" y="53120"/>
                    <a:pt x="5884" y="53027"/>
                    <a:pt x="5882" y="53027"/>
                  </a:cubicBezTo>
                  <a:lnTo>
                    <a:pt x="5882" y="53027"/>
                  </a:lnTo>
                  <a:cubicBezTo>
                    <a:pt x="5881" y="53027"/>
                    <a:pt x="5887" y="53042"/>
                    <a:pt x="5898" y="53070"/>
                  </a:cubicBezTo>
                  <a:lnTo>
                    <a:pt x="5898" y="53070"/>
                  </a:lnTo>
                  <a:cubicBezTo>
                    <a:pt x="5433" y="51965"/>
                    <a:pt x="4492" y="51142"/>
                    <a:pt x="3318" y="51142"/>
                  </a:cubicBezTo>
                  <a:cubicBezTo>
                    <a:pt x="3087" y="51142"/>
                    <a:pt x="2848" y="51174"/>
                    <a:pt x="2601" y="51241"/>
                  </a:cubicBezTo>
                  <a:cubicBezTo>
                    <a:pt x="1337" y="51600"/>
                    <a:pt x="173" y="53195"/>
                    <a:pt x="719" y="54560"/>
                  </a:cubicBezTo>
                  <a:cubicBezTo>
                    <a:pt x="2027" y="57721"/>
                    <a:pt x="3808" y="60551"/>
                    <a:pt x="6222" y="62994"/>
                  </a:cubicBezTo>
                  <a:cubicBezTo>
                    <a:pt x="6746" y="63518"/>
                    <a:pt x="7436" y="63780"/>
                    <a:pt x="8126" y="63780"/>
                  </a:cubicBezTo>
                  <a:cubicBezTo>
                    <a:pt x="8815" y="63780"/>
                    <a:pt x="9505" y="63518"/>
                    <a:pt x="10029" y="62994"/>
                  </a:cubicBezTo>
                  <a:cubicBezTo>
                    <a:pt x="11092" y="61945"/>
                    <a:pt x="11092" y="60235"/>
                    <a:pt x="10029" y="59186"/>
                  </a:cubicBezTo>
                  <a:lnTo>
                    <a:pt x="9900" y="59057"/>
                  </a:lnTo>
                  <a:cubicBezTo>
                    <a:pt x="12328" y="58109"/>
                    <a:pt x="14713" y="57089"/>
                    <a:pt x="17055" y="55983"/>
                  </a:cubicBezTo>
                  <a:cubicBezTo>
                    <a:pt x="19109" y="59172"/>
                    <a:pt x="21825" y="61902"/>
                    <a:pt x="25000" y="63956"/>
                  </a:cubicBezTo>
                  <a:cubicBezTo>
                    <a:pt x="24813" y="64775"/>
                    <a:pt x="24540" y="65580"/>
                    <a:pt x="24181" y="66341"/>
                  </a:cubicBezTo>
                  <a:cubicBezTo>
                    <a:pt x="23477" y="67879"/>
                    <a:pt x="22687" y="69373"/>
                    <a:pt x="21911" y="70867"/>
                  </a:cubicBezTo>
                  <a:cubicBezTo>
                    <a:pt x="21563" y="70718"/>
                    <a:pt x="21194" y="70644"/>
                    <a:pt x="20827" y="70644"/>
                  </a:cubicBezTo>
                  <a:cubicBezTo>
                    <a:pt x="20136" y="70644"/>
                    <a:pt x="19453" y="70906"/>
                    <a:pt x="18937" y="71413"/>
                  </a:cubicBezTo>
                  <a:cubicBezTo>
                    <a:pt x="17917" y="72419"/>
                    <a:pt x="17888" y="74200"/>
                    <a:pt x="18937" y="75220"/>
                  </a:cubicBezTo>
                  <a:cubicBezTo>
                    <a:pt x="20819" y="77059"/>
                    <a:pt x="23161" y="78338"/>
                    <a:pt x="25718" y="78956"/>
                  </a:cubicBezTo>
                  <a:cubicBezTo>
                    <a:pt x="25929" y="79004"/>
                    <a:pt x="26145" y="79027"/>
                    <a:pt x="26360" y="79027"/>
                  </a:cubicBezTo>
                  <a:cubicBezTo>
                    <a:pt x="27559" y="79027"/>
                    <a:pt x="28757" y="78303"/>
                    <a:pt x="29037" y="77074"/>
                  </a:cubicBezTo>
                  <a:cubicBezTo>
                    <a:pt x="29353" y="75694"/>
                    <a:pt x="28620" y="74100"/>
                    <a:pt x="27155" y="73755"/>
                  </a:cubicBezTo>
                  <a:cubicBezTo>
                    <a:pt x="26954" y="73712"/>
                    <a:pt x="26753" y="73654"/>
                    <a:pt x="26552" y="73597"/>
                  </a:cubicBezTo>
                  <a:cubicBezTo>
                    <a:pt x="27758" y="71284"/>
                    <a:pt x="29123" y="68899"/>
                    <a:pt x="29928" y="66384"/>
                  </a:cubicBezTo>
                  <a:cubicBezTo>
                    <a:pt x="30603" y="66657"/>
                    <a:pt x="31307" y="66902"/>
                    <a:pt x="32011" y="67117"/>
                  </a:cubicBezTo>
                  <a:cubicBezTo>
                    <a:pt x="33692" y="67606"/>
                    <a:pt x="35459" y="67821"/>
                    <a:pt x="37198" y="68008"/>
                  </a:cubicBezTo>
                  <a:cubicBezTo>
                    <a:pt x="38078" y="68095"/>
                    <a:pt x="38962" y="68139"/>
                    <a:pt x="39845" y="68139"/>
                  </a:cubicBezTo>
                  <a:cubicBezTo>
                    <a:pt x="41009" y="68139"/>
                    <a:pt x="42173" y="68062"/>
                    <a:pt x="43333" y="67907"/>
                  </a:cubicBezTo>
                  <a:cubicBezTo>
                    <a:pt x="45200" y="70565"/>
                    <a:pt x="46608" y="73539"/>
                    <a:pt x="47470" y="76686"/>
                  </a:cubicBezTo>
                  <a:lnTo>
                    <a:pt x="46436" y="76987"/>
                  </a:lnTo>
                  <a:cubicBezTo>
                    <a:pt x="45028" y="77404"/>
                    <a:pt x="44195" y="78869"/>
                    <a:pt x="44554" y="80292"/>
                  </a:cubicBezTo>
                  <a:cubicBezTo>
                    <a:pt x="44877" y="81454"/>
                    <a:pt x="45999" y="82276"/>
                    <a:pt x="47171" y="82276"/>
                  </a:cubicBezTo>
                  <a:cubicBezTo>
                    <a:pt x="47405" y="82276"/>
                    <a:pt x="47641" y="82243"/>
                    <a:pt x="47873" y="82174"/>
                  </a:cubicBezTo>
                  <a:lnTo>
                    <a:pt x="55674" y="79890"/>
                  </a:lnTo>
                  <a:cubicBezTo>
                    <a:pt x="57082" y="79473"/>
                    <a:pt x="57915" y="78007"/>
                    <a:pt x="57556" y="76585"/>
                  </a:cubicBezTo>
                  <a:cubicBezTo>
                    <a:pt x="57233" y="75423"/>
                    <a:pt x="56120" y="74601"/>
                    <a:pt x="54944" y="74601"/>
                  </a:cubicBezTo>
                  <a:cubicBezTo>
                    <a:pt x="54709" y="74601"/>
                    <a:pt x="54471" y="74634"/>
                    <a:pt x="54237" y="74703"/>
                  </a:cubicBezTo>
                  <a:lnTo>
                    <a:pt x="52643" y="75163"/>
                  </a:lnTo>
                  <a:cubicBezTo>
                    <a:pt x="51824" y="72217"/>
                    <a:pt x="50602" y="69401"/>
                    <a:pt x="49008" y="66787"/>
                  </a:cubicBezTo>
                  <a:cubicBezTo>
                    <a:pt x="50947" y="66169"/>
                    <a:pt x="52844" y="65451"/>
                    <a:pt x="54683" y="64617"/>
                  </a:cubicBezTo>
                  <a:cubicBezTo>
                    <a:pt x="57269" y="63497"/>
                    <a:pt x="59654" y="61945"/>
                    <a:pt x="61723" y="60034"/>
                  </a:cubicBezTo>
                  <a:cubicBezTo>
                    <a:pt x="62901" y="58928"/>
                    <a:pt x="63892" y="57663"/>
                    <a:pt x="64682" y="56255"/>
                  </a:cubicBezTo>
                  <a:cubicBezTo>
                    <a:pt x="67599" y="57204"/>
                    <a:pt x="70501" y="58238"/>
                    <a:pt x="73374" y="59359"/>
                  </a:cubicBezTo>
                  <a:cubicBezTo>
                    <a:pt x="73044" y="59833"/>
                    <a:pt x="72699" y="60307"/>
                    <a:pt x="72455" y="60623"/>
                  </a:cubicBezTo>
                  <a:cubicBezTo>
                    <a:pt x="71535" y="61758"/>
                    <a:pt x="71334" y="63324"/>
                    <a:pt x="72455" y="64430"/>
                  </a:cubicBezTo>
                  <a:cubicBezTo>
                    <a:pt x="72944" y="64927"/>
                    <a:pt x="73713" y="65219"/>
                    <a:pt x="74467" y="65219"/>
                  </a:cubicBezTo>
                  <a:cubicBezTo>
                    <a:pt x="75152" y="65219"/>
                    <a:pt x="75824" y="64978"/>
                    <a:pt x="76262" y="64430"/>
                  </a:cubicBezTo>
                  <a:cubicBezTo>
                    <a:pt x="78561" y="61586"/>
                    <a:pt x="80343" y="58353"/>
                    <a:pt x="81492" y="54876"/>
                  </a:cubicBezTo>
                  <a:cubicBezTo>
                    <a:pt x="81909" y="53554"/>
                    <a:pt x="80960" y="51888"/>
                    <a:pt x="79581" y="51572"/>
                  </a:cubicBezTo>
                  <a:cubicBezTo>
                    <a:pt x="79358" y="51515"/>
                    <a:pt x="79133" y="51488"/>
                    <a:pt x="78912" y="51488"/>
                  </a:cubicBezTo>
                  <a:cubicBezTo>
                    <a:pt x="77724" y="51488"/>
                    <a:pt x="76628" y="52267"/>
                    <a:pt x="76277" y="53454"/>
                  </a:cubicBezTo>
                  <a:cubicBezTo>
                    <a:pt x="76133" y="53871"/>
                    <a:pt x="76004" y="54244"/>
                    <a:pt x="75874" y="54603"/>
                  </a:cubicBezTo>
                  <a:cubicBezTo>
                    <a:pt x="72814" y="53382"/>
                    <a:pt x="69711" y="52261"/>
                    <a:pt x="66579" y="51241"/>
                  </a:cubicBezTo>
                  <a:cubicBezTo>
                    <a:pt x="67225" y="48497"/>
                    <a:pt x="67369" y="45609"/>
                    <a:pt x="67168" y="42793"/>
                  </a:cubicBezTo>
                  <a:cubicBezTo>
                    <a:pt x="66909" y="39230"/>
                    <a:pt x="66320" y="35653"/>
                    <a:pt x="65185" y="32262"/>
                  </a:cubicBezTo>
                  <a:cubicBezTo>
                    <a:pt x="67714" y="31271"/>
                    <a:pt x="70171" y="30121"/>
                    <a:pt x="72541" y="28800"/>
                  </a:cubicBezTo>
                  <a:cubicBezTo>
                    <a:pt x="72642" y="28986"/>
                    <a:pt x="72728" y="29159"/>
                    <a:pt x="72828" y="29346"/>
                  </a:cubicBezTo>
                  <a:cubicBezTo>
                    <a:pt x="73287" y="30206"/>
                    <a:pt x="74229" y="30665"/>
                    <a:pt x="75168" y="30665"/>
                  </a:cubicBezTo>
                  <a:cubicBezTo>
                    <a:pt x="75640" y="30665"/>
                    <a:pt x="76112" y="30549"/>
                    <a:pt x="76521" y="30308"/>
                  </a:cubicBezTo>
                  <a:cubicBezTo>
                    <a:pt x="77814" y="29547"/>
                    <a:pt x="78173" y="27923"/>
                    <a:pt x="77483" y="26630"/>
                  </a:cubicBezTo>
                  <a:cubicBezTo>
                    <a:pt x="76392" y="24561"/>
                    <a:pt x="75156" y="22550"/>
                    <a:pt x="73805" y="20639"/>
                  </a:cubicBezTo>
                  <a:cubicBezTo>
                    <a:pt x="73238" y="19828"/>
                    <a:pt x="72352" y="19316"/>
                    <a:pt x="71427" y="19316"/>
                  </a:cubicBezTo>
                  <a:cubicBezTo>
                    <a:pt x="70993" y="19316"/>
                    <a:pt x="70550" y="19429"/>
                    <a:pt x="70127" y="19677"/>
                  </a:cubicBezTo>
                  <a:cubicBezTo>
                    <a:pt x="68949" y="20366"/>
                    <a:pt x="68317" y="22162"/>
                    <a:pt x="69150" y="23355"/>
                  </a:cubicBezTo>
                  <a:cubicBezTo>
                    <a:pt x="69352" y="23642"/>
                    <a:pt x="69538" y="23915"/>
                    <a:pt x="69740" y="24188"/>
                  </a:cubicBezTo>
                  <a:cubicBezTo>
                    <a:pt x="67584" y="25395"/>
                    <a:pt x="65358" y="26443"/>
                    <a:pt x="63059" y="27334"/>
                  </a:cubicBezTo>
                  <a:cubicBezTo>
                    <a:pt x="62886" y="27018"/>
                    <a:pt x="62714" y="26702"/>
                    <a:pt x="62527" y="26400"/>
                  </a:cubicBezTo>
                  <a:cubicBezTo>
                    <a:pt x="60717" y="23369"/>
                    <a:pt x="58318" y="20754"/>
                    <a:pt x="55444" y="18700"/>
                  </a:cubicBezTo>
                  <a:cubicBezTo>
                    <a:pt x="57427" y="16243"/>
                    <a:pt x="59309" y="13700"/>
                    <a:pt x="61090" y="11099"/>
                  </a:cubicBezTo>
                  <a:cubicBezTo>
                    <a:pt x="61148" y="11171"/>
                    <a:pt x="61205" y="11229"/>
                    <a:pt x="61263" y="11300"/>
                  </a:cubicBezTo>
                  <a:cubicBezTo>
                    <a:pt x="61210" y="11224"/>
                    <a:pt x="61183" y="11186"/>
                    <a:pt x="61184" y="11186"/>
                  </a:cubicBezTo>
                  <a:lnTo>
                    <a:pt x="61184" y="11186"/>
                  </a:lnTo>
                  <a:cubicBezTo>
                    <a:pt x="61184" y="11186"/>
                    <a:pt x="61239" y="11263"/>
                    <a:pt x="61349" y="11415"/>
                  </a:cubicBezTo>
                  <a:cubicBezTo>
                    <a:pt x="61939" y="12212"/>
                    <a:pt x="62812" y="12739"/>
                    <a:pt x="63737" y="12739"/>
                  </a:cubicBezTo>
                  <a:cubicBezTo>
                    <a:pt x="64163" y="12739"/>
                    <a:pt x="64601" y="12627"/>
                    <a:pt x="65027" y="12378"/>
                  </a:cubicBezTo>
                  <a:cubicBezTo>
                    <a:pt x="66191" y="11703"/>
                    <a:pt x="66866" y="9878"/>
                    <a:pt x="66004" y="8686"/>
                  </a:cubicBezTo>
                  <a:cubicBezTo>
                    <a:pt x="63662" y="5496"/>
                    <a:pt x="60329" y="3154"/>
                    <a:pt x="56392" y="2450"/>
                  </a:cubicBezTo>
                  <a:cubicBezTo>
                    <a:pt x="56192" y="2413"/>
                    <a:pt x="55987" y="2394"/>
                    <a:pt x="55782" y="2394"/>
                  </a:cubicBezTo>
                  <a:cubicBezTo>
                    <a:pt x="54576" y="2394"/>
                    <a:pt x="53368" y="3043"/>
                    <a:pt x="53074" y="4332"/>
                  </a:cubicBezTo>
                  <a:cubicBezTo>
                    <a:pt x="52772" y="5640"/>
                    <a:pt x="53476" y="7378"/>
                    <a:pt x="54956" y="7637"/>
                  </a:cubicBezTo>
                  <a:cubicBezTo>
                    <a:pt x="55530" y="7752"/>
                    <a:pt x="56091" y="7895"/>
                    <a:pt x="56651" y="8068"/>
                  </a:cubicBezTo>
                  <a:cubicBezTo>
                    <a:pt x="54783" y="10812"/>
                    <a:pt x="52829" y="13456"/>
                    <a:pt x="50732" y="15999"/>
                  </a:cubicBezTo>
                  <a:cubicBezTo>
                    <a:pt x="50157" y="15754"/>
                    <a:pt x="49568" y="15510"/>
                    <a:pt x="48964" y="15280"/>
                  </a:cubicBezTo>
                  <a:cubicBezTo>
                    <a:pt x="46757" y="14505"/>
                    <a:pt x="44446" y="14112"/>
                    <a:pt x="42130" y="14112"/>
                  </a:cubicBezTo>
                  <a:cubicBezTo>
                    <a:pt x="40797" y="14112"/>
                    <a:pt x="39463" y="14242"/>
                    <a:pt x="38146" y="14504"/>
                  </a:cubicBezTo>
                  <a:cubicBezTo>
                    <a:pt x="38175" y="11458"/>
                    <a:pt x="38074" y="8427"/>
                    <a:pt x="37873" y="5395"/>
                  </a:cubicBezTo>
                  <a:lnTo>
                    <a:pt x="39267" y="5395"/>
                  </a:lnTo>
                  <a:cubicBezTo>
                    <a:pt x="39282" y="5396"/>
                    <a:pt x="39298" y="5396"/>
                    <a:pt x="39313" y="5396"/>
                  </a:cubicBezTo>
                  <a:cubicBezTo>
                    <a:pt x="40704" y="5396"/>
                    <a:pt x="42024" y="4130"/>
                    <a:pt x="41968" y="2709"/>
                  </a:cubicBezTo>
                  <a:cubicBezTo>
                    <a:pt x="41896" y="1215"/>
                    <a:pt x="40775" y="51"/>
                    <a:pt x="39267" y="8"/>
                  </a:cubicBezTo>
                  <a:cubicBezTo>
                    <a:pt x="38980" y="3"/>
                    <a:pt x="38694" y="1"/>
                    <a:pt x="384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109"/>
            <p:cNvSpPr/>
            <p:nvPr/>
          </p:nvSpPr>
          <p:spPr>
            <a:xfrm>
              <a:off x="6722950" y="2567500"/>
              <a:ext cx="313600" cy="243175"/>
            </a:xfrm>
            <a:custGeom>
              <a:avLst/>
              <a:gdLst/>
              <a:ahLst/>
              <a:cxnLst/>
              <a:rect l="l" t="t" r="r" b="b"/>
              <a:pathLst>
                <a:path w="12544" h="9727" extrusionOk="0">
                  <a:moveTo>
                    <a:pt x="6265" y="0"/>
                  </a:moveTo>
                  <a:cubicBezTo>
                    <a:pt x="15" y="0"/>
                    <a:pt x="0" y="9727"/>
                    <a:pt x="6265" y="9727"/>
                  </a:cubicBezTo>
                  <a:cubicBezTo>
                    <a:pt x="12543" y="9727"/>
                    <a:pt x="12543" y="0"/>
                    <a:pt x="62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109"/>
            <p:cNvSpPr/>
            <p:nvPr/>
          </p:nvSpPr>
          <p:spPr>
            <a:xfrm>
              <a:off x="6775025" y="2619225"/>
              <a:ext cx="181050" cy="140450"/>
            </a:xfrm>
            <a:custGeom>
              <a:avLst/>
              <a:gdLst/>
              <a:ahLst/>
              <a:cxnLst/>
              <a:rect l="l" t="t" r="r" b="b"/>
              <a:pathLst>
                <a:path w="7242" h="5618" extrusionOk="0">
                  <a:moveTo>
                    <a:pt x="3621" y="0"/>
                  </a:moveTo>
                  <a:cubicBezTo>
                    <a:pt x="1" y="0"/>
                    <a:pt x="1" y="5618"/>
                    <a:pt x="3621" y="5618"/>
                  </a:cubicBezTo>
                  <a:cubicBezTo>
                    <a:pt x="7242" y="5618"/>
                    <a:pt x="7242" y="0"/>
                    <a:pt x="3621" y="0"/>
                  </a:cubicBezTo>
                  <a:close/>
                </a:path>
              </a:pathLst>
            </a:custGeom>
            <a:solidFill>
              <a:srgbClr val="19191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109"/>
            <p:cNvSpPr/>
            <p:nvPr/>
          </p:nvSpPr>
          <p:spPr>
            <a:xfrm>
              <a:off x="7189175" y="2542000"/>
              <a:ext cx="320400" cy="248575"/>
            </a:xfrm>
            <a:custGeom>
              <a:avLst/>
              <a:gdLst/>
              <a:ahLst/>
              <a:cxnLst/>
              <a:rect l="l" t="t" r="r" b="b"/>
              <a:pathLst>
                <a:path w="12816" h="9943" extrusionOk="0">
                  <a:moveTo>
                    <a:pt x="6408" y="0"/>
                  </a:moveTo>
                  <a:cubicBezTo>
                    <a:pt x="0" y="0"/>
                    <a:pt x="0" y="9942"/>
                    <a:pt x="6408" y="9942"/>
                  </a:cubicBezTo>
                  <a:cubicBezTo>
                    <a:pt x="12816" y="9942"/>
                    <a:pt x="12816" y="0"/>
                    <a:pt x="64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109"/>
            <p:cNvSpPr/>
            <p:nvPr/>
          </p:nvSpPr>
          <p:spPr>
            <a:xfrm>
              <a:off x="7256700" y="2594425"/>
              <a:ext cx="185350" cy="143700"/>
            </a:xfrm>
            <a:custGeom>
              <a:avLst/>
              <a:gdLst/>
              <a:ahLst/>
              <a:cxnLst/>
              <a:rect l="l" t="t" r="r" b="b"/>
              <a:pathLst>
                <a:path w="7414" h="5748" extrusionOk="0">
                  <a:moveTo>
                    <a:pt x="3707" y="1"/>
                  </a:moveTo>
                  <a:cubicBezTo>
                    <a:pt x="15" y="1"/>
                    <a:pt x="0" y="5748"/>
                    <a:pt x="3707" y="5748"/>
                  </a:cubicBezTo>
                  <a:cubicBezTo>
                    <a:pt x="7414" y="5748"/>
                    <a:pt x="7414" y="1"/>
                    <a:pt x="3707" y="1"/>
                  </a:cubicBezTo>
                  <a:close/>
                </a:path>
              </a:pathLst>
            </a:custGeom>
            <a:solidFill>
              <a:srgbClr val="19191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109"/>
            <p:cNvSpPr/>
            <p:nvPr/>
          </p:nvSpPr>
          <p:spPr>
            <a:xfrm>
              <a:off x="6926025" y="3025475"/>
              <a:ext cx="436625" cy="200625"/>
            </a:xfrm>
            <a:custGeom>
              <a:avLst/>
              <a:gdLst/>
              <a:ahLst/>
              <a:cxnLst/>
              <a:rect l="l" t="t" r="r" b="b"/>
              <a:pathLst>
                <a:path w="17465" h="8025" extrusionOk="0">
                  <a:moveTo>
                    <a:pt x="1410" y="0"/>
                  </a:moveTo>
                  <a:cubicBezTo>
                    <a:pt x="683" y="0"/>
                    <a:pt x="0" y="618"/>
                    <a:pt x="196" y="1551"/>
                  </a:cubicBezTo>
                  <a:cubicBezTo>
                    <a:pt x="1100" y="5820"/>
                    <a:pt x="4904" y="8024"/>
                    <a:pt x="8740" y="8024"/>
                  </a:cubicBezTo>
                  <a:cubicBezTo>
                    <a:pt x="11914" y="8024"/>
                    <a:pt x="15110" y="6515"/>
                    <a:pt x="16704" y="3419"/>
                  </a:cubicBezTo>
                  <a:cubicBezTo>
                    <a:pt x="17464" y="1931"/>
                    <a:pt x="16151" y="180"/>
                    <a:pt x="14778" y="180"/>
                  </a:cubicBezTo>
                  <a:cubicBezTo>
                    <a:pt x="14308" y="180"/>
                    <a:pt x="13831" y="385"/>
                    <a:pt x="13428" y="876"/>
                  </a:cubicBezTo>
                  <a:cubicBezTo>
                    <a:pt x="11804" y="2876"/>
                    <a:pt x="9876" y="3906"/>
                    <a:pt x="7965" y="3906"/>
                  </a:cubicBezTo>
                  <a:cubicBezTo>
                    <a:pt x="6006" y="3906"/>
                    <a:pt x="4066" y="2822"/>
                    <a:pt x="2495" y="589"/>
                  </a:cubicBezTo>
                  <a:cubicBezTo>
                    <a:pt x="2208" y="181"/>
                    <a:pt x="1802" y="0"/>
                    <a:pt x="1410" y="0"/>
                  </a:cubicBezTo>
                  <a:close/>
                </a:path>
              </a:pathLst>
            </a:custGeom>
            <a:solidFill>
              <a:srgbClr val="19191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cience Subject for High School - 9th Grade: The Building Blocks of Life by Slidesgo">
  <a:themeElements>
    <a:clrScheme name="Simple Light">
      <a:dk1>
        <a:srgbClr val="191919"/>
      </a:dk1>
      <a:lt1>
        <a:srgbClr val="FDF9EE"/>
      </a:lt1>
      <a:dk2>
        <a:srgbClr val="094FA2"/>
      </a:dk2>
      <a:lt2>
        <a:srgbClr val="1CA6D3"/>
      </a:lt2>
      <a:accent1>
        <a:srgbClr val="1DC18C"/>
      </a:accent1>
      <a:accent2>
        <a:srgbClr val="FECE30"/>
      </a:accent2>
      <a:accent3>
        <a:srgbClr val="FC9CB2"/>
      </a:accent3>
      <a:accent4>
        <a:srgbClr val="FB4526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cience Subject for High School - 9th Grade: The Building Blocks of Life by Slidesgo">
  <a:themeElements>
    <a:clrScheme name="Simple Light">
      <a:dk1>
        <a:srgbClr val="191919"/>
      </a:dk1>
      <a:lt1>
        <a:srgbClr val="FDF9EE"/>
      </a:lt1>
      <a:dk2>
        <a:srgbClr val="094FA2"/>
      </a:dk2>
      <a:lt2>
        <a:srgbClr val="1CA6D3"/>
      </a:lt2>
      <a:accent1>
        <a:srgbClr val="1DC18C"/>
      </a:accent1>
      <a:accent2>
        <a:srgbClr val="FECE30"/>
      </a:accent2>
      <a:accent3>
        <a:srgbClr val="FC9CB2"/>
      </a:accent3>
      <a:accent4>
        <a:srgbClr val="FB4526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9</Slides>
  <Notes>9</Notes>
  <HiddenSlides>0</HiddenSlide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Simple Light</vt:lpstr>
      <vt:lpstr>Office Theme</vt:lpstr>
      <vt:lpstr>Science Subject for High School - 9th Grade: The Building Blocks of Life by Slidesgo</vt:lpstr>
      <vt:lpstr>Science Subject for High School - 9th Grade: The Building Blocks of Life by Slidesgo</vt:lpstr>
      <vt:lpstr>CRISPR  Cut-and-Paste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6</cp:revision>
  <dcterms:modified xsi:type="dcterms:W3CDTF">2026-07-16T17:35:18Z</dcterms:modified>
</cp:coreProperties>
</file>